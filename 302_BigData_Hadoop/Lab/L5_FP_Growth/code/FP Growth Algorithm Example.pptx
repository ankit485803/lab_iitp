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5"/>
    <p:sldMasterId id="214748370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STIX Two Text SemiBold"/>
      <p:regular r:id="rId20"/>
      <p:bold r:id="rId21"/>
      <p:italic r:id="rId22"/>
      <p:boldItalic r:id="rId23"/>
    </p:embeddedFont>
    <p:embeddedFont>
      <p:font typeface="STIX Two Text"/>
      <p:regular r:id="rId24"/>
      <p:bold r:id="rId25"/>
      <p:italic r:id="rId26"/>
      <p:boldItalic r:id="rId27"/>
    </p:embeddedFont>
    <p:embeddedFont>
      <p:font typeface="STIX Two Text Medium"/>
      <p:regular r:id="rId28"/>
      <p:bold r:id="rId29"/>
      <p:italic r:id="rId30"/>
      <p:boldItalic r:id="rId31"/>
    </p:embeddedFont>
    <p:embeddedFont>
      <p:font typeface="Plus Jakarta Sans Medium"/>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4E9209-CCCE-4438-9D92-AD5AAE7C1939}">
  <a:tblStyle styleId="{4A4E9209-CCCE-4438-9D92-AD5AAE7C193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TIXTwoTextSemiBold-regular.fntdata"/><Relationship Id="rId22" Type="http://schemas.openxmlformats.org/officeDocument/2006/relationships/font" Target="fonts/STIXTwoTextSemiBold-italic.fntdata"/><Relationship Id="rId21" Type="http://schemas.openxmlformats.org/officeDocument/2006/relationships/font" Target="fonts/STIXTwoTextSemiBold-bold.fntdata"/><Relationship Id="rId24" Type="http://schemas.openxmlformats.org/officeDocument/2006/relationships/font" Target="fonts/STIXTwoText-regular.fntdata"/><Relationship Id="rId23" Type="http://schemas.openxmlformats.org/officeDocument/2006/relationships/font" Target="fonts/STIXTwoText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STIXTwoText-italic.fntdata"/><Relationship Id="rId25" Type="http://schemas.openxmlformats.org/officeDocument/2006/relationships/font" Target="fonts/STIXTwoText-bold.fntdata"/><Relationship Id="rId28" Type="http://schemas.openxmlformats.org/officeDocument/2006/relationships/font" Target="fonts/STIXTwoTextMedium-regular.fntdata"/><Relationship Id="rId27" Type="http://schemas.openxmlformats.org/officeDocument/2006/relationships/font" Target="fonts/STIXTwoText-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STIXTwoTextMedium-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STIXTwoTextMedium-boldItalic.fntdata"/><Relationship Id="rId30" Type="http://schemas.openxmlformats.org/officeDocument/2006/relationships/font" Target="fonts/STIXTwoTextMedium-italic.fntdata"/><Relationship Id="rId11" Type="http://schemas.openxmlformats.org/officeDocument/2006/relationships/slide" Target="slides/slide4.xml"/><Relationship Id="rId33" Type="http://schemas.openxmlformats.org/officeDocument/2006/relationships/font" Target="fonts/PlusJakartaSansMedium-bold.fntdata"/><Relationship Id="rId10" Type="http://schemas.openxmlformats.org/officeDocument/2006/relationships/slide" Target="slides/slide3.xml"/><Relationship Id="rId32" Type="http://schemas.openxmlformats.org/officeDocument/2006/relationships/font" Target="fonts/PlusJakartaSansMedium-regular.fntdata"/><Relationship Id="rId13" Type="http://schemas.openxmlformats.org/officeDocument/2006/relationships/slide" Target="slides/slide6.xml"/><Relationship Id="rId35" Type="http://schemas.openxmlformats.org/officeDocument/2006/relationships/font" Target="fonts/PlusJakartaSansMedium-boldItalic.fntdata"/><Relationship Id="rId12" Type="http://schemas.openxmlformats.org/officeDocument/2006/relationships/slide" Target="slides/slide5.xml"/><Relationship Id="rId34" Type="http://schemas.openxmlformats.org/officeDocument/2006/relationships/font" Target="fonts/PlusJakartaSansMedium-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cb4b3a0724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cb4b3a0724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cb4b3a0724_0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cb4b3a0724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cb4b3a0724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cb4b3a0724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cb4b3a0724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cb4b3a0724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cb4b3a0724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cb4b3a0724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cb4b3a0724_0_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cb4b3a0724_0_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cb4b3a0724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cb4b3a0724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cb4b3a0724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cb4b3a0724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cb4b3a0724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cb4b3a0724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cb4b3a0724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cb4b3a0724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cb4b3a0724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cb4b3a0724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cb4b3a0724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cb4b3a0724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54" name="Shape 54"/>
        <p:cNvGrpSpPr/>
        <p:nvPr/>
      </p:nvGrpSpPr>
      <p:grpSpPr>
        <a:xfrm>
          <a:off x="0" y="0"/>
          <a:ext cx="0" cy="0"/>
          <a:chOff x="0" y="0"/>
          <a:chExt cx="0" cy="0"/>
        </a:xfrm>
      </p:grpSpPr>
      <p:sp>
        <p:nvSpPr>
          <p:cNvPr id="55" name="Google Shape;55;p14"/>
          <p:cNvSpPr/>
          <p:nvPr/>
        </p:nvSpPr>
        <p:spPr>
          <a:xfrm>
            <a:off x="0" y="342900"/>
            <a:ext cx="8800800" cy="480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4"/>
          <p:cNvSpPr txBox="1"/>
          <p:nvPr>
            <p:ph idx="1" type="subTitle"/>
          </p:nvPr>
        </p:nvSpPr>
        <p:spPr>
          <a:xfrm>
            <a:off x="2418125" y="2878925"/>
            <a:ext cx="5325600" cy="7458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2000"/>
              <a:buFont typeface="Plus Jakarta Sans Medium"/>
              <a:buNone/>
              <a:defRPr sz="2000">
                <a:solidFill>
                  <a:schemeClr val="accent2"/>
                </a:solidFill>
              </a:defRPr>
            </a:lvl1pPr>
            <a:lvl2pPr lvl="1" algn="l">
              <a:spcBef>
                <a:spcPts val="0"/>
              </a:spcBef>
              <a:spcAft>
                <a:spcPts val="0"/>
              </a:spcAft>
              <a:buClr>
                <a:schemeClr val="accent2"/>
              </a:buClr>
              <a:buSzPts val="2000"/>
              <a:buFont typeface="Plus Jakarta Sans Medium"/>
              <a:buNone/>
              <a:defRPr sz="2000">
                <a:solidFill>
                  <a:schemeClr val="accent2"/>
                </a:solidFill>
              </a:defRPr>
            </a:lvl2pPr>
            <a:lvl3pPr lvl="2" algn="l">
              <a:spcBef>
                <a:spcPts val="0"/>
              </a:spcBef>
              <a:spcAft>
                <a:spcPts val="0"/>
              </a:spcAft>
              <a:buClr>
                <a:schemeClr val="accent2"/>
              </a:buClr>
              <a:buSzPts val="2000"/>
              <a:buFont typeface="Plus Jakarta Sans Medium"/>
              <a:buNone/>
              <a:defRPr sz="2000">
                <a:solidFill>
                  <a:schemeClr val="accent2"/>
                </a:solidFill>
              </a:defRPr>
            </a:lvl3pPr>
            <a:lvl4pPr lvl="3" algn="l">
              <a:spcBef>
                <a:spcPts val="0"/>
              </a:spcBef>
              <a:spcAft>
                <a:spcPts val="0"/>
              </a:spcAft>
              <a:buClr>
                <a:schemeClr val="accent2"/>
              </a:buClr>
              <a:buSzPts val="2000"/>
              <a:buFont typeface="Plus Jakarta Sans Medium"/>
              <a:buNone/>
              <a:defRPr sz="2000">
                <a:solidFill>
                  <a:schemeClr val="accent2"/>
                </a:solidFill>
              </a:defRPr>
            </a:lvl4pPr>
            <a:lvl5pPr lvl="4" algn="l">
              <a:spcBef>
                <a:spcPts val="0"/>
              </a:spcBef>
              <a:spcAft>
                <a:spcPts val="0"/>
              </a:spcAft>
              <a:buClr>
                <a:schemeClr val="accent2"/>
              </a:buClr>
              <a:buSzPts val="2000"/>
              <a:buFont typeface="Plus Jakarta Sans Medium"/>
              <a:buNone/>
              <a:defRPr sz="2000">
                <a:solidFill>
                  <a:schemeClr val="accent2"/>
                </a:solidFill>
              </a:defRPr>
            </a:lvl5pPr>
            <a:lvl6pPr lvl="5" algn="l">
              <a:spcBef>
                <a:spcPts val="0"/>
              </a:spcBef>
              <a:spcAft>
                <a:spcPts val="0"/>
              </a:spcAft>
              <a:buClr>
                <a:schemeClr val="accent2"/>
              </a:buClr>
              <a:buSzPts val="2000"/>
              <a:buFont typeface="Plus Jakarta Sans Medium"/>
              <a:buNone/>
              <a:defRPr sz="2000">
                <a:solidFill>
                  <a:schemeClr val="accent2"/>
                </a:solidFill>
              </a:defRPr>
            </a:lvl6pPr>
            <a:lvl7pPr lvl="6" algn="l">
              <a:spcBef>
                <a:spcPts val="0"/>
              </a:spcBef>
              <a:spcAft>
                <a:spcPts val="0"/>
              </a:spcAft>
              <a:buClr>
                <a:schemeClr val="accent2"/>
              </a:buClr>
              <a:buSzPts val="2000"/>
              <a:buFont typeface="Plus Jakarta Sans Medium"/>
              <a:buNone/>
              <a:defRPr sz="2000">
                <a:solidFill>
                  <a:schemeClr val="accent2"/>
                </a:solidFill>
              </a:defRPr>
            </a:lvl7pPr>
            <a:lvl8pPr lvl="7" algn="l">
              <a:spcBef>
                <a:spcPts val="0"/>
              </a:spcBef>
              <a:spcAft>
                <a:spcPts val="0"/>
              </a:spcAft>
              <a:buClr>
                <a:schemeClr val="accent2"/>
              </a:buClr>
              <a:buSzPts val="2000"/>
              <a:buFont typeface="Plus Jakarta Sans Medium"/>
              <a:buNone/>
              <a:defRPr sz="2000">
                <a:solidFill>
                  <a:schemeClr val="accent2"/>
                </a:solidFill>
              </a:defRPr>
            </a:lvl8pPr>
            <a:lvl9pPr lvl="8" algn="l">
              <a:spcBef>
                <a:spcPts val="0"/>
              </a:spcBef>
              <a:spcAft>
                <a:spcPts val="0"/>
              </a:spcAft>
              <a:buClr>
                <a:schemeClr val="accent2"/>
              </a:buClr>
              <a:buSzPts val="2000"/>
              <a:buFont typeface="Plus Jakarta Sans Medium"/>
              <a:buNone/>
              <a:defRPr sz="2000">
                <a:solidFill>
                  <a:schemeClr val="accent2"/>
                </a:solidFill>
              </a:defRPr>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4"/>
          <p:cNvSpPr/>
          <p:nvPr/>
        </p:nvSpPr>
        <p:spPr>
          <a:xfrm>
            <a:off x="0" y="0"/>
            <a:ext cx="12498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9" name="Google Shape;59;p14"/>
          <p:cNvSpPr/>
          <p:nvPr/>
        </p:nvSpPr>
        <p:spPr>
          <a:xfrm>
            <a:off x="257100" y="3085450"/>
            <a:ext cx="735600" cy="1890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4"/>
          <p:cNvSpPr/>
          <p:nvPr/>
        </p:nvSpPr>
        <p:spPr>
          <a:xfrm>
            <a:off x="257100" y="167525"/>
            <a:ext cx="735600" cy="1887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4"/>
          <p:cNvSpPr/>
          <p:nvPr/>
        </p:nvSpPr>
        <p:spPr>
          <a:xfrm>
            <a:off x="103650" y="2243275"/>
            <a:ext cx="1042500" cy="635700"/>
          </a:xfrm>
          <a:prstGeom prst="hexagon">
            <a:avLst>
              <a:gd fmla="val 40849" name="adj"/>
              <a:gd fmla="val 115470" name="vf"/>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4"/>
          <p:cNvSpPr/>
          <p:nvPr/>
        </p:nvSpPr>
        <p:spPr>
          <a:xfrm>
            <a:off x="442050" y="2378250"/>
            <a:ext cx="365700" cy="365700"/>
          </a:xfrm>
          <a:prstGeom prst="diamond">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p:nvPr/>
        </p:nvSpPr>
        <p:spPr>
          <a:xfrm rot="5400000">
            <a:off x="8054975" y="342900"/>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p:nvPr/>
        </p:nvSpPr>
        <p:spPr>
          <a:xfrm rot="10800000">
            <a:off x="8054975" y="4397825"/>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5" name="Google Shape;65;p14"/>
          <p:cNvGrpSpPr/>
          <p:nvPr/>
        </p:nvGrpSpPr>
        <p:grpSpPr>
          <a:xfrm>
            <a:off x="1249800" y="76325"/>
            <a:ext cx="7808400" cy="5067300"/>
            <a:chOff x="1249800" y="76325"/>
            <a:chExt cx="7808400" cy="5067300"/>
          </a:xfrm>
        </p:grpSpPr>
        <p:cxnSp>
          <p:nvCxnSpPr>
            <p:cNvPr id="66" name="Google Shape;66;p14"/>
            <p:cNvCxnSpPr/>
            <p:nvPr/>
          </p:nvCxnSpPr>
          <p:spPr>
            <a:xfrm>
              <a:off x="1249800" y="85800"/>
              <a:ext cx="7808400" cy="0"/>
            </a:xfrm>
            <a:prstGeom prst="straightConnector1">
              <a:avLst/>
            </a:prstGeom>
            <a:noFill/>
            <a:ln cap="flat" cmpd="sng" w="19050">
              <a:solidFill>
                <a:schemeClr val="accent2"/>
              </a:solidFill>
              <a:prstDash val="solid"/>
              <a:round/>
              <a:headEnd len="med" w="med" type="none"/>
              <a:tailEnd len="med" w="med" type="none"/>
            </a:ln>
          </p:spPr>
        </p:cxnSp>
        <p:cxnSp>
          <p:nvCxnSpPr>
            <p:cNvPr id="67" name="Google Shape;67;p14"/>
            <p:cNvCxnSpPr/>
            <p:nvPr/>
          </p:nvCxnSpPr>
          <p:spPr>
            <a:xfrm rot="10800000">
              <a:off x="9058200" y="76325"/>
              <a:ext cx="0" cy="5067300"/>
            </a:xfrm>
            <a:prstGeom prst="straightConnector1">
              <a:avLst/>
            </a:prstGeom>
            <a:noFill/>
            <a:ln cap="flat" cmpd="sng" w="19050">
              <a:solidFill>
                <a:schemeClr val="accent2"/>
              </a:solidFill>
              <a:prstDash val="solid"/>
              <a:round/>
              <a:headEnd len="med" w="med" type="none"/>
              <a:tailEnd len="med" w="med" type="none"/>
            </a:ln>
          </p:spPr>
        </p:cxnSp>
      </p:grpSp>
      <p:grpSp>
        <p:nvGrpSpPr>
          <p:cNvPr id="68" name="Google Shape;68;p14"/>
          <p:cNvGrpSpPr/>
          <p:nvPr/>
        </p:nvGrpSpPr>
        <p:grpSpPr>
          <a:xfrm>
            <a:off x="1249800" y="162125"/>
            <a:ext cx="7722600" cy="4981500"/>
            <a:chOff x="1249800" y="162125"/>
            <a:chExt cx="7722600" cy="4981500"/>
          </a:xfrm>
        </p:grpSpPr>
        <p:cxnSp>
          <p:nvCxnSpPr>
            <p:cNvPr id="69" name="Google Shape;69;p14"/>
            <p:cNvCxnSpPr/>
            <p:nvPr/>
          </p:nvCxnSpPr>
          <p:spPr>
            <a:xfrm>
              <a:off x="1249800" y="171625"/>
              <a:ext cx="7722600" cy="0"/>
            </a:xfrm>
            <a:prstGeom prst="straightConnector1">
              <a:avLst/>
            </a:prstGeom>
            <a:noFill/>
            <a:ln cap="flat" cmpd="sng" w="19050">
              <a:solidFill>
                <a:schemeClr val="accent2"/>
              </a:solidFill>
              <a:prstDash val="solid"/>
              <a:round/>
              <a:headEnd len="med" w="med" type="none"/>
              <a:tailEnd len="med" w="med" type="none"/>
            </a:ln>
          </p:spPr>
        </p:cxnSp>
        <p:cxnSp>
          <p:nvCxnSpPr>
            <p:cNvPr id="70" name="Google Shape;70;p14"/>
            <p:cNvCxnSpPr/>
            <p:nvPr/>
          </p:nvCxnSpPr>
          <p:spPr>
            <a:xfrm rot="10800000">
              <a:off x="8972375" y="162125"/>
              <a:ext cx="0" cy="4981500"/>
            </a:xfrm>
            <a:prstGeom prst="straightConnector1">
              <a:avLst/>
            </a:prstGeom>
            <a:noFill/>
            <a:ln cap="flat" cmpd="sng" w="19050">
              <a:solidFill>
                <a:schemeClr val="accent2"/>
              </a:solidFill>
              <a:prstDash val="solid"/>
              <a:round/>
              <a:headEnd len="med" w="med" type="none"/>
              <a:tailEnd len="med" w="med" type="none"/>
            </a:ln>
          </p:spPr>
        </p:cxnSp>
      </p:grpSp>
      <p:grpSp>
        <p:nvGrpSpPr>
          <p:cNvPr id="71" name="Google Shape;71;p14"/>
          <p:cNvGrpSpPr/>
          <p:nvPr/>
        </p:nvGrpSpPr>
        <p:grpSpPr>
          <a:xfrm>
            <a:off x="1249800" y="247925"/>
            <a:ext cx="7636800" cy="4895700"/>
            <a:chOff x="1249800" y="247925"/>
            <a:chExt cx="7636800" cy="4895700"/>
          </a:xfrm>
        </p:grpSpPr>
        <p:cxnSp>
          <p:nvCxnSpPr>
            <p:cNvPr id="72" name="Google Shape;72;p14"/>
            <p:cNvCxnSpPr/>
            <p:nvPr/>
          </p:nvCxnSpPr>
          <p:spPr>
            <a:xfrm>
              <a:off x="1249800" y="257425"/>
              <a:ext cx="7636800" cy="0"/>
            </a:xfrm>
            <a:prstGeom prst="straightConnector1">
              <a:avLst/>
            </a:prstGeom>
            <a:noFill/>
            <a:ln cap="flat" cmpd="sng" w="19050">
              <a:solidFill>
                <a:schemeClr val="accent2"/>
              </a:solidFill>
              <a:prstDash val="solid"/>
              <a:round/>
              <a:headEnd len="med" w="med" type="none"/>
              <a:tailEnd len="med" w="med" type="none"/>
            </a:ln>
          </p:spPr>
        </p:cxnSp>
        <p:cxnSp>
          <p:nvCxnSpPr>
            <p:cNvPr id="73" name="Google Shape;73;p14"/>
            <p:cNvCxnSpPr/>
            <p:nvPr/>
          </p:nvCxnSpPr>
          <p:spPr>
            <a:xfrm rot="10800000">
              <a:off x="8886575" y="247925"/>
              <a:ext cx="0" cy="4895700"/>
            </a:xfrm>
            <a:prstGeom prst="straightConnector1">
              <a:avLst/>
            </a:prstGeom>
            <a:noFill/>
            <a:ln cap="flat" cmpd="sng" w="19050">
              <a:solidFill>
                <a:schemeClr val="accent2"/>
              </a:solidFill>
              <a:prstDash val="solid"/>
              <a:round/>
              <a:headEnd len="med" w="med" type="none"/>
              <a:tailEnd len="med" w="med" type="none"/>
            </a:ln>
          </p:spPr>
        </p:cxnSp>
      </p:grpSp>
      <p:sp>
        <p:nvSpPr>
          <p:cNvPr id="74" name="Google Shape;74;p14"/>
          <p:cNvSpPr txBox="1"/>
          <p:nvPr>
            <p:ph type="ctrTitle"/>
          </p:nvPr>
        </p:nvSpPr>
        <p:spPr>
          <a:xfrm>
            <a:off x="2418125" y="1304525"/>
            <a:ext cx="5325600" cy="15747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Font typeface="STIX Two Text SemiBold"/>
              <a:buNone/>
              <a:defRPr sz="4800">
                <a:solidFill>
                  <a:schemeClr val="accent2"/>
                </a:solidFill>
              </a:defRPr>
            </a:lvl1pPr>
            <a:lvl2pPr lvl="1">
              <a:spcBef>
                <a:spcPts val="0"/>
              </a:spcBef>
              <a:spcAft>
                <a:spcPts val="0"/>
              </a:spcAft>
              <a:buClr>
                <a:schemeClr val="accent2"/>
              </a:buClr>
              <a:buSzPts val="4800"/>
              <a:buNone/>
              <a:defRPr sz="4800">
                <a:solidFill>
                  <a:schemeClr val="accent2"/>
                </a:solidFill>
              </a:defRPr>
            </a:lvl2pPr>
            <a:lvl3pPr lvl="2">
              <a:spcBef>
                <a:spcPts val="0"/>
              </a:spcBef>
              <a:spcAft>
                <a:spcPts val="0"/>
              </a:spcAft>
              <a:buClr>
                <a:schemeClr val="accent2"/>
              </a:buClr>
              <a:buSzPts val="4800"/>
              <a:buNone/>
              <a:defRPr sz="4800">
                <a:solidFill>
                  <a:schemeClr val="accent2"/>
                </a:solidFill>
              </a:defRPr>
            </a:lvl3pPr>
            <a:lvl4pPr lvl="3">
              <a:spcBef>
                <a:spcPts val="0"/>
              </a:spcBef>
              <a:spcAft>
                <a:spcPts val="0"/>
              </a:spcAft>
              <a:buClr>
                <a:schemeClr val="accent2"/>
              </a:buClr>
              <a:buSzPts val="4800"/>
              <a:buNone/>
              <a:defRPr sz="4800">
                <a:solidFill>
                  <a:schemeClr val="accent2"/>
                </a:solidFill>
              </a:defRPr>
            </a:lvl4pPr>
            <a:lvl5pPr lvl="4">
              <a:spcBef>
                <a:spcPts val="0"/>
              </a:spcBef>
              <a:spcAft>
                <a:spcPts val="0"/>
              </a:spcAft>
              <a:buClr>
                <a:schemeClr val="accent2"/>
              </a:buClr>
              <a:buSzPts val="4800"/>
              <a:buNone/>
              <a:defRPr sz="4800">
                <a:solidFill>
                  <a:schemeClr val="accent2"/>
                </a:solidFill>
              </a:defRPr>
            </a:lvl5pPr>
            <a:lvl6pPr lvl="5">
              <a:spcBef>
                <a:spcPts val="0"/>
              </a:spcBef>
              <a:spcAft>
                <a:spcPts val="0"/>
              </a:spcAft>
              <a:buClr>
                <a:schemeClr val="accent2"/>
              </a:buClr>
              <a:buSzPts val="4800"/>
              <a:buNone/>
              <a:defRPr sz="4800">
                <a:solidFill>
                  <a:schemeClr val="accent2"/>
                </a:solidFill>
              </a:defRPr>
            </a:lvl6pPr>
            <a:lvl7pPr lvl="6">
              <a:spcBef>
                <a:spcPts val="0"/>
              </a:spcBef>
              <a:spcAft>
                <a:spcPts val="0"/>
              </a:spcAft>
              <a:buClr>
                <a:schemeClr val="accent2"/>
              </a:buClr>
              <a:buSzPts val="4800"/>
              <a:buNone/>
              <a:defRPr sz="4800">
                <a:solidFill>
                  <a:schemeClr val="accent2"/>
                </a:solidFill>
              </a:defRPr>
            </a:lvl7pPr>
            <a:lvl8pPr lvl="7">
              <a:spcBef>
                <a:spcPts val="0"/>
              </a:spcBef>
              <a:spcAft>
                <a:spcPts val="0"/>
              </a:spcAft>
              <a:buClr>
                <a:schemeClr val="accent2"/>
              </a:buClr>
              <a:buSzPts val="4800"/>
              <a:buNone/>
              <a:defRPr sz="4800">
                <a:solidFill>
                  <a:schemeClr val="accent2"/>
                </a:solidFill>
              </a:defRPr>
            </a:lvl8pPr>
            <a:lvl9pPr lvl="8">
              <a:spcBef>
                <a:spcPts val="0"/>
              </a:spcBef>
              <a:spcAft>
                <a:spcPts val="0"/>
              </a:spcAft>
              <a:buClr>
                <a:schemeClr val="accent2"/>
              </a:buClr>
              <a:buSzPts val="4800"/>
              <a:buNone/>
              <a:defRPr sz="4800">
                <a:solidFill>
                  <a:schemeClr val="accent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5" name="Shape 75"/>
        <p:cNvGrpSpPr/>
        <p:nvPr/>
      </p:nvGrpSpPr>
      <p:grpSpPr>
        <a:xfrm>
          <a:off x="0" y="0"/>
          <a:ext cx="0" cy="0"/>
          <a:chOff x="0" y="0"/>
          <a:chExt cx="0" cy="0"/>
        </a:xfrm>
      </p:grpSpPr>
      <p:sp>
        <p:nvSpPr>
          <p:cNvPr id="76" name="Google Shape;76;p1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7" name="Google Shape;77;p1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Char char="●"/>
              <a:defRPr>
                <a:solidFill>
                  <a:schemeClr val="lt2"/>
                </a:solidFill>
              </a:defRPr>
            </a:lvl1pPr>
            <a:lvl2pPr indent="-304800" lvl="1" marL="914400">
              <a:spcBef>
                <a:spcPts val="0"/>
              </a:spcBef>
              <a:spcAft>
                <a:spcPts val="0"/>
              </a:spcAft>
              <a:buClr>
                <a:schemeClr val="lt2"/>
              </a:buClr>
              <a:buSzPts val="1200"/>
              <a:buChar char="○"/>
              <a:defRPr>
                <a:solidFill>
                  <a:schemeClr val="lt2"/>
                </a:solidFill>
              </a:defRPr>
            </a:lvl2pPr>
            <a:lvl3pPr indent="-304800" lvl="2" marL="1371600">
              <a:spcBef>
                <a:spcPts val="0"/>
              </a:spcBef>
              <a:spcAft>
                <a:spcPts val="0"/>
              </a:spcAft>
              <a:buClr>
                <a:schemeClr val="lt2"/>
              </a:buClr>
              <a:buSzPts val="1200"/>
              <a:buChar char="■"/>
              <a:defRPr>
                <a:solidFill>
                  <a:schemeClr val="lt2"/>
                </a:solidFill>
              </a:defRPr>
            </a:lvl3pPr>
            <a:lvl4pPr indent="-304800" lvl="3" marL="1828800">
              <a:spcBef>
                <a:spcPts val="0"/>
              </a:spcBef>
              <a:spcAft>
                <a:spcPts val="0"/>
              </a:spcAft>
              <a:buClr>
                <a:schemeClr val="lt2"/>
              </a:buClr>
              <a:buSzPts val="1200"/>
              <a:buChar char="●"/>
              <a:defRPr>
                <a:solidFill>
                  <a:schemeClr val="lt2"/>
                </a:solidFill>
              </a:defRPr>
            </a:lvl4pPr>
            <a:lvl5pPr indent="-304800" lvl="4" marL="2286000">
              <a:spcBef>
                <a:spcPts val="0"/>
              </a:spcBef>
              <a:spcAft>
                <a:spcPts val="0"/>
              </a:spcAft>
              <a:buClr>
                <a:schemeClr val="lt2"/>
              </a:buClr>
              <a:buSzPts val="1200"/>
              <a:buChar char="○"/>
              <a:defRPr>
                <a:solidFill>
                  <a:schemeClr val="lt2"/>
                </a:solidFill>
              </a:defRPr>
            </a:lvl5pPr>
            <a:lvl6pPr indent="-304800" lvl="5" marL="2743200">
              <a:spcBef>
                <a:spcPts val="0"/>
              </a:spcBef>
              <a:spcAft>
                <a:spcPts val="0"/>
              </a:spcAft>
              <a:buClr>
                <a:schemeClr val="lt2"/>
              </a:buClr>
              <a:buSzPts val="1200"/>
              <a:buChar char="■"/>
              <a:defRPr>
                <a:solidFill>
                  <a:schemeClr val="lt2"/>
                </a:solidFill>
              </a:defRPr>
            </a:lvl6pPr>
            <a:lvl7pPr indent="-304800" lvl="6" marL="3200400">
              <a:spcBef>
                <a:spcPts val="0"/>
              </a:spcBef>
              <a:spcAft>
                <a:spcPts val="0"/>
              </a:spcAft>
              <a:buClr>
                <a:schemeClr val="lt2"/>
              </a:buClr>
              <a:buSzPts val="1200"/>
              <a:buChar char="●"/>
              <a:defRPr>
                <a:solidFill>
                  <a:schemeClr val="lt2"/>
                </a:solidFill>
              </a:defRPr>
            </a:lvl7pPr>
            <a:lvl8pPr indent="-304800" lvl="7" marL="3657600">
              <a:spcBef>
                <a:spcPts val="0"/>
              </a:spcBef>
              <a:spcAft>
                <a:spcPts val="0"/>
              </a:spcAft>
              <a:buClr>
                <a:schemeClr val="lt2"/>
              </a:buClr>
              <a:buSzPts val="1200"/>
              <a:buChar char="○"/>
              <a:defRPr>
                <a:solidFill>
                  <a:schemeClr val="lt2"/>
                </a:solidFill>
              </a:defRPr>
            </a:lvl8pPr>
            <a:lvl9pPr indent="-304800" lvl="8" marL="4114800">
              <a:spcBef>
                <a:spcPts val="0"/>
              </a:spcBef>
              <a:spcAft>
                <a:spcPts val="0"/>
              </a:spcAft>
              <a:buClr>
                <a:schemeClr val="lt2"/>
              </a:buClr>
              <a:buSzPts val="1200"/>
              <a:buChar char="■"/>
              <a:defRPr>
                <a:solidFill>
                  <a:schemeClr val="lt2"/>
                </a:solidFill>
              </a:defRPr>
            </a:lvl9pPr>
          </a:lstStyle>
          <a:p/>
        </p:txBody>
      </p:sp>
      <p:sp>
        <p:nvSpPr>
          <p:cNvPr id="78" name="Google Shape;78;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79" name="Shape 79"/>
        <p:cNvGrpSpPr/>
        <p:nvPr/>
      </p:nvGrpSpPr>
      <p:grpSpPr>
        <a:xfrm>
          <a:off x="0" y="0"/>
          <a:ext cx="0" cy="0"/>
          <a:chOff x="0" y="0"/>
          <a:chExt cx="0" cy="0"/>
        </a:xfrm>
      </p:grpSpPr>
      <p:sp>
        <p:nvSpPr>
          <p:cNvPr id="80" name="Google Shape;80;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2" name="Google Shape;82;p1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spcBef>
                <a:spcPts val="0"/>
              </a:spcBef>
              <a:spcAft>
                <a:spcPts val="0"/>
              </a:spcAft>
              <a:buSzPts val="2100"/>
              <a:buNone/>
              <a:defRPr sz="2100"/>
            </a:lvl2pPr>
            <a:lvl3pPr lvl="2">
              <a:spcBef>
                <a:spcPts val="0"/>
              </a:spcBef>
              <a:spcAft>
                <a:spcPts val="0"/>
              </a:spcAft>
              <a:buSzPts val="2100"/>
              <a:buNone/>
              <a:defRPr sz="2100"/>
            </a:lvl3pPr>
            <a:lvl4pPr lvl="3">
              <a:spcBef>
                <a:spcPts val="0"/>
              </a:spcBef>
              <a:spcAft>
                <a:spcPts val="0"/>
              </a:spcAft>
              <a:buSzPts val="2100"/>
              <a:buNone/>
              <a:defRPr sz="2100"/>
            </a:lvl4pPr>
            <a:lvl5pPr lvl="4">
              <a:spcBef>
                <a:spcPts val="0"/>
              </a:spcBef>
              <a:spcAft>
                <a:spcPts val="0"/>
              </a:spcAft>
              <a:buSzPts val="2100"/>
              <a:buNone/>
              <a:defRPr sz="2100"/>
            </a:lvl5pPr>
            <a:lvl6pPr lvl="5">
              <a:spcBef>
                <a:spcPts val="0"/>
              </a:spcBef>
              <a:spcAft>
                <a:spcPts val="0"/>
              </a:spcAft>
              <a:buSzPts val="2100"/>
              <a:buNone/>
              <a:defRPr sz="2100"/>
            </a:lvl6pPr>
            <a:lvl7pPr lvl="6">
              <a:spcBef>
                <a:spcPts val="0"/>
              </a:spcBef>
              <a:spcAft>
                <a:spcPts val="0"/>
              </a:spcAft>
              <a:buSzPts val="2100"/>
              <a:buNone/>
              <a:defRPr sz="2100"/>
            </a:lvl7pPr>
            <a:lvl8pPr lvl="7">
              <a:spcBef>
                <a:spcPts val="0"/>
              </a:spcBef>
              <a:spcAft>
                <a:spcPts val="0"/>
              </a:spcAft>
              <a:buSzPts val="2100"/>
              <a:buNone/>
              <a:defRPr sz="2100"/>
            </a:lvl8pPr>
            <a:lvl9pPr lvl="8">
              <a:spcBef>
                <a:spcPts val="0"/>
              </a:spcBef>
              <a:spcAft>
                <a:spcPts val="0"/>
              </a:spcAft>
              <a:buSzPts val="2100"/>
              <a:buNone/>
              <a:defRPr sz="2100"/>
            </a:lvl9pPr>
          </a:lstStyle>
          <a:p/>
        </p:txBody>
      </p:sp>
      <p:sp>
        <p:nvSpPr>
          <p:cNvPr id="83" name="Google Shape;83;p1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4">
    <p:spTree>
      <p:nvGrpSpPr>
        <p:cNvPr id="85" name="Shape 85"/>
        <p:cNvGrpSpPr/>
        <p:nvPr/>
      </p:nvGrpSpPr>
      <p:grpSpPr>
        <a:xfrm>
          <a:off x="0" y="0"/>
          <a:ext cx="0" cy="0"/>
          <a:chOff x="0" y="0"/>
          <a:chExt cx="0" cy="0"/>
        </a:xfrm>
      </p:grpSpPr>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 name="Google Shape;88;p1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Char char="●"/>
              <a:defRPr>
                <a:solidFill>
                  <a:schemeClr val="lt2"/>
                </a:solidFill>
              </a:defRPr>
            </a:lvl1pPr>
            <a:lvl2pPr indent="-304800" lvl="1" marL="914400">
              <a:spcBef>
                <a:spcPts val="0"/>
              </a:spcBef>
              <a:spcAft>
                <a:spcPts val="0"/>
              </a:spcAft>
              <a:buClr>
                <a:schemeClr val="lt2"/>
              </a:buClr>
              <a:buSzPts val="1200"/>
              <a:buChar char="○"/>
              <a:defRPr>
                <a:solidFill>
                  <a:schemeClr val="lt2"/>
                </a:solidFill>
              </a:defRPr>
            </a:lvl2pPr>
            <a:lvl3pPr indent="-304800" lvl="2" marL="1371600">
              <a:spcBef>
                <a:spcPts val="0"/>
              </a:spcBef>
              <a:spcAft>
                <a:spcPts val="0"/>
              </a:spcAft>
              <a:buClr>
                <a:schemeClr val="lt2"/>
              </a:buClr>
              <a:buSzPts val="1200"/>
              <a:buChar char="■"/>
              <a:defRPr>
                <a:solidFill>
                  <a:schemeClr val="lt2"/>
                </a:solidFill>
              </a:defRPr>
            </a:lvl3pPr>
            <a:lvl4pPr indent="-304800" lvl="3" marL="1828800">
              <a:spcBef>
                <a:spcPts val="0"/>
              </a:spcBef>
              <a:spcAft>
                <a:spcPts val="0"/>
              </a:spcAft>
              <a:buClr>
                <a:schemeClr val="lt2"/>
              </a:buClr>
              <a:buSzPts val="1200"/>
              <a:buChar char="●"/>
              <a:defRPr>
                <a:solidFill>
                  <a:schemeClr val="lt2"/>
                </a:solidFill>
              </a:defRPr>
            </a:lvl4pPr>
            <a:lvl5pPr indent="-304800" lvl="4" marL="2286000">
              <a:spcBef>
                <a:spcPts val="0"/>
              </a:spcBef>
              <a:spcAft>
                <a:spcPts val="0"/>
              </a:spcAft>
              <a:buClr>
                <a:schemeClr val="lt2"/>
              </a:buClr>
              <a:buSzPts val="1200"/>
              <a:buChar char="○"/>
              <a:defRPr>
                <a:solidFill>
                  <a:schemeClr val="lt2"/>
                </a:solidFill>
              </a:defRPr>
            </a:lvl5pPr>
            <a:lvl6pPr indent="-304800" lvl="5" marL="2743200">
              <a:spcBef>
                <a:spcPts val="0"/>
              </a:spcBef>
              <a:spcAft>
                <a:spcPts val="0"/>
              </a:spcAft>
              <a:buClr>
                <a:schemeClr val="lt2"/>
              </a:buClr>
              <a:buSzPts val="1200"/>
              <a:buChar char="■"/>
              <a:defRPr>
                <a:solidFill>
                  <a:schemeClr val="lt2"/>
                </a:solidFill>
              </a:defRPr>
            </a:lvl6pPr>
            <a:lvl7pPr indent="-304800" lvl="6" marL="3200400">
              <a:spcBef>
                <a:spcPts val="0"/>
              </a:spcBef>
              <a:spcAft>
                <a:spcPts val="0"/>
              </a:spcAft>
              <a:buClr>
                <a:schemeClr val="lt2"/>
              </a:buClr>
              <a:buSzPts val="1200"/>
              <a:buChar char="●"/>
              <a:defRPr>
                <a:solidFill>
                  <a:schemeClr val="lt2"/>
                </a:solidFill>
              </a:defRPr>
            </a:lvl7pPr>
            <a:lvl8pPr indent="-304800" lvl="7" marL="3657600">
              <a:spcBef>
                <a:spcPts val="0"/>
              </a:spcBef>
              <a:spcAft>
                <a:spcPts val="0"/>
              </a:spcAft>
              <a:buClr>
                <a:schemeClr val="lt2"/>
              </a:buClr>
              <a:buSzPts val="1200"/>
              <a:buChar char="○"/>
              <a:defRPr>
                <a:solidFill>
                  <a:schemeClr val="lt2"/>
                </a:solidFill>
              </a:defRPr>
            </a:lvl8pPr>
            <a:lvl9pPr indent="-304800" lvl="8" marL="4114800">
              <a:spcBef>
                <a:spcPts val="0"/>
              </a:spcBef>
              <a:spcAft>
                <a:spcPts val="0"/>
              </a:spcAft>
              <a:buClr>
                <a:schemeClr val="lt2"/>
              </a:buClr>
              <a:buSzPts val="1200"/>
              <a:buChar char="■"/>
              <a:defRPr>
                <a:solidFill>
                  <a:schemeClr val="lt2"/>
                </a:solidFill>
              </a:defRPr>
            </a:lvl9pPr>
          </a:lstStyle>
          <a:p/>
        </p:txBody>
      </p:sp>
      <p:sp>
        <p:nvSpPr>
          <p:cNvPr id="89" name="Google Shape;89;p1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Char char="●"/>
              <a:defRPr>
                <a:solidFill>
                  <a:schemeClr val="lt2"/>
                </a:solidFill>
              </a:defRPr>
            </a:lvl1pPr>
            <a:lvl2pPr indent="-304800" lvl="1" marL="914400">
              <a:spcBef>
                <a:spcPts val="0"/>
              </a:spcBef>
              <a:spcAft>
                <a:spcPts val="0"/>
              </a:spcAft>
              <a:buClr>
                <a:schemeClr val="lt2"/>
              </a:buClr>
              <a:buSzPts val="1200"/>
              <a:buChar char="○"/>
              <a:defRPr>
                <a:solidFill>
                  <a:schemeClr val="lt2"/>
                </a:solidFill>
              </a:defRPr>
            </a:lvl2pPr>
            <a:lvl3pPr indent="-304800" lvl="2" marL="1371600">
              <a:spcBef>
                <a:spcPts val="0"/>
              </a:spcBef>
              <a:spcAft>
                <a:spcPts val="0"/>
              </a:spcAft>
              <a:buClr>
                <a:schemeClr val="lt2"/>
              </a:buClr>
              <a:buSzPts val="1200"/>
              <a:buChar char="■"/>
              <a:defRPr>
                <a:solidFill>
                  <a:schemeClr val="lt2"/>
                </a:solidFill>
              </a:defRPr>
            </a:lvl3pPr>
            <a:lvl4pPr indent="-304800" lvl="3" marL="1828800">
              <a:spcBef>
                <a:spcPts val="0"/>
              </a:spcBef>
              <a:spcAft>
                <a:spcPts val="0"/>
              </a:spcAft>
              <a:buClr>
                <a:schemeClr val="lt2"/>
              </a:buClr>
              <a:buSzPts val="1200"/>
              <a:buChar char="●"/>
              <a:defRPr>
                <a:solidFill>
                  <a:schemeClr val="lt2"/>
                </a:solidFill>
              </a:defRPr>
            </a:lvl4pPr>
            <a:lvl5pPr indent="-304800" lvl="4" marL="2286000">
              <a:spcBef>
                <a:spcPts val="0"/>
              </a:spcBef>
              <a:spcAft>
                <a:spcPts val="0"/>
              </a:spcAft>
              <a:buClr>
                <a:schemeClr val="lt2"/>
              </a:buClr>
              <a:buSzPts val="1200"/>
              <a:buChar char="○"/>
              <a:defRPr>
                <a:solidFill>
                  <a:schemeClr val="lt2"/>
                </a:solidFill>
              </a:defRPr>
            </a:lvl5pPr>
            <a:lvl6pPr indent="-304800" lvl="5" marL="2743200">
              <a:spcBef>
                <a:spcPts val="0"/>
              </a:spcBef>
              <a:spcAft>
                <a:spcPts val="0"/>
              </a:spcAft>
              <a:buClr>
                <a:schemeClr val="lt2"/>
              </a:buClr>
              <a:buSzPts val="1200"/>
              <a:buChar char="■"/>
              <a:defRPr>
                <a:solidFill>
                  <a:schemeClr val="lt2"/>
                </a:solidFill>
              </a:defRPr>
            </a:lvl6pPr>
            <a:lvl7pPr indent="-304800" lvl="6" marL="3200400">
              <a:spcBef>
                <a:spcPts val="0"/>
              </a:spcBef>
              <a:spcAft>
                <a:spcPts val="0"/>
              </a:spcAft>
              <a:buClr>
                <a:schemeClr val="lt2"/>
              </a:buClr>
              <a:buSzPts val="1200"/>
              <a:buChar char="●"/>
              <a:defRPr>
                <a:solidFill>
                  <a:schemeClr val="lt2"/>
                </a:solidFill>
              </a:defRPr>
            </a:lvl7pPr>
            <a:lvl8pPr indent="-304800" lvl="7" marL="3657600">
              <a:spcBef>
                <a:spcPts val="0"/>
              </a:spcBef>
              <a:spcAft>
                <a:spcPts val="0"/>
              </a:spcAft>
              <a:buClr>
                <a:schemeClr val="lt2"/>
              </a:buClr>
              <a:buSzPts val="1200"/>
              <a:buChar char="○"/>
              <a:defRPr>
                <a:solidFill>
                  <a:schemeClr val="lt2"/>
                </a:solidFill>
              </a:defRPr>
            </a:lvl8pPr>
            <a:lvl9pPr indent="-304800" lvl="8" marL="4114800">
              <a:spcBef>
                <a:spcPts val="0"/>
              </a:spcBef>
              <a:spcAft>
                <a:spcPts val="0"/>
              </a:spcAft>
              <a:buClr>
                <a:schemeClr val="lt2"/>
              </a:buClr>
              <a:buSzPts val="1200"/>
              <a:buChar char="■"/>
              <a:defRPr>
                <a:solidFill>
                  <a:schemeClr val="lt2"/>
                </a:solidFill>
              </a:defRPr>
            </a:lvl9pPr>
          </a:lstStyle>
          <a:p/>
        </p:txBody>
      </p:sp>
      <p:sp>
        <p:nvSpPr>
          <p:cNvPr id="90" name="Google Shape;90;p1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2000"/>
              <a:buNone/>
              <a:defRPr sz="2000">
                <a:solidFill>
                  <a:schemeClr val="lt2"/>
                </a:solidFill>
              </a:defRPr>
            </a:lvl1pPr>
            <a:lvl2pPr lvl="1">
              <a:spcBef>
                <a:spcPts val="0"/>
              </a:spcBef>
              <a:spcAft>
                <a:spcPts val="0"/>
              </a:spcAft>
              <a:buClr>
                <a:schemeClr val="lt2"/>
              </a:buClr>
              <a:buSzPts val="2000"/>
              <a:buNone/>
              <a:defRPr sz="2000">
                <a:solidFill>
                  <a:schemeClr val="lt2"/>
                </a:solidFill>
              </a:defRPr>
            </a:lvl2pPr>
            <a:lvl3pPr lvl="2">
              <a:spcBef>
                <a:spcPts val="0"/>
              </a:spcBef>
              <a:spcAft>
                <a:spcPts val="0"/>
              </a:spcAft>
              <a:buClr>
                <a:schemeClr val="lt2"/>
              </a:buClr>
              <a:buSzPts val="2000"/>
              <a:buNone/>
              <a:defRPr sz="2000">
                <a:solidFill>
                  <a:schemeClr val="lt2"/>
                </a:solidFill>
              </a:defRPr>
            </a:lvl3pPr>
            <a:lvl4pPr lvl="3">
              <a:spcBef>
                <a:spcPts val="0"/>
              </a:spcBef>
              <a:spcAft>
                <a:spcPts val="0"/>
              </a:spcAft>
              <a:buClr>
                <a:schemeClr val="lt2"/>
              </a:buClr>
              <a:buSzPts val="2000"/>
              <a:buNone/>
              <a:defRPr sz="2000">
                <a:solidFill>
                  <a:schemeClr val="lt2"/>
                </a:solidFill>
              </a:defRPr>
            </a:lvl4pPr>
            <a:lvl5pPr lvl="4">
              <a:spcBef>
                <a:spcPts val="0"/>
              </a:spcBef>
              <a:spcAft>
                <a:spcPts val="0"/>
              </a:spcAft>
              <a:buClr>
                <a:schemeClr val="lt2"/>
              </a:buClr>
              <a:buSzPts val="2000"/>
              <a:buNone/>
              <a:defRPr sz="2000">
                <a:solidFill>
                  <a:schemeClr val="lt2"/>
                </a:solidFill>
              </a:defRPr>
            </a:lvl5pPr>
            <a:lvl6pPr lvl="5">
              <a:spcBef>
                <a:spcPts val="0"/>
              </a:spcBef>
              <a:spcAft>
                <a:spcPts val="0"/>
              </a:spcAft>
              <a:buClr>
                <a:schemeClr val="lt2"/>
              </a:buClr>
              <a:buSzPts val="2000"/>
              <a:buNone/>
              <a:defRPr sz="2000">
                <a:solidFill>
                  <a:schemeClr val="lt2"/>
                </a:solidFill>
              </a:defRPr>
            </a:lvl6pPr>
            <a:lvl7pPr lvl="6">
              <a:spcBef>
                <a:spcPts val="0"/>
              </a:spcBef>
              <a:spcAft>
                <a:spcPts val="0"/>
              </a:spcAft>
              <a:buClr>
                <a:schemeClr val="lt2"/>
              </a:buClr>
              <a:buSzPts val="2000"/>
              <a:buNone/>
              <a:defRPr sz="2000">
                <a:solidFill>
                  <a:schemeClr val="lt2"/>
                </a:solidFill>
              </a:defRPr>
            </a:lvl7pPr>
            <a:lvl8pPr lvl="7">
              <a:spcBef>
                <a:spcPts val="0"/>
              </a:spcBef>
              <a:spcAft>
                <a:spcPts val="0"/>
              </a:spcAft>
              <a:buClr>
                <a:schemeClr val="lt2"/>
              </a:buClr>
              <a:buSzPts val="2000"/>
              <a:buNone/>
              <a:defRPr sz="2000">
                <a:solidFill>
                  <a:schemeClr val="lt2"/>
                </a:solidFill>
              </a:defRPr>
            </a:lvl8pPr>
            <a:lvl9pPr lvl="8">
              <a:spcBef>
                <a:spcPts val="0"/>
              </a:spcBef>
              <a:spcAft>
                <a:spcPts val="0"/>
              </a:spcAft>
              <a:buClr>
                <a:schemeClr val="lt2"/>
              </a:buClr>
              <a:buSzPts val="2000"/>
              <a:buNone/>
              <a:defRPr sz="2000">
                <a:solidFill>
                  <a:schemeClr val="lt2"/>
                </a:solidFill>
              </a:defRPr>
            </a:lvl9pPr>
          </a:lstStyle>
          <a:p/>
        </p:txBody>
      </p:sp>
      <p:sp>
        <p:nvSpPr>
          <p:cNvPr id="91" name="Google Shape;91;p1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2000"/>
              <a:buNone/>
              <a:defRPr sz="2000">
                <a:solidFill>
                  <a:schemeClr val="lt2"/>
                </a:solidFill>
              </a:defRPr>
            </a:lvl1pPr>
            <a:lvl2pPr lvl="1">
              <a:spcBef>
                <a:spcPts val="0"/>
              </a:spcBef>
              <a:spcAft>
                <a:spcPts val="0"/>
              </a:spcAft>
              <a:buClr>
                <a:schemeClr val="lt2"/>
              </a:buClr>
              <a:buSzPts val="2000"/>
              <a:buNone/>
              <a:defRPr sz="2000">
                <a:solidFill>
                  <a:schemeClr val="lt2"/>
                </a:solidFill>
              </a:defRPr>
            </a:lvl2pPr>
            <a:lvl3pPr lvl="2">
              <a:spcBef>
                <a:spcPts val="0"/>
              </a:spcBef>
              <a:spcAft>
                <a:spcPts val="0"/>
              </a:spcAft>
              <a:buClr>
                <a:schemeClr val="lt2"/>
              </a:buClr>
              <a:buSzPts val="2000"/>
              <a:buNone/>
              <a:defRPr sz="2000">
                <a:solidFill>
                  <a:schemeClr val="lt2"/>
                </a:solidFill>
              </a:defRPr>
            </a:lvl3pPr>
            <a:lvl4pPr lvl="3">
              <a:spcBef>
                <a:spcPts val="0"/>
              </a:spcBef>
              <a:spcAft>
                <a:spcPts val="0"/>
              </a:spcAft>
              <a:buClr>
                <a:schemeClr val="lt2"/>
              </a:buClr>
              <a:buSzPts val="2000"/>
              <a:buNone/>
              <a:defRPr sz="2000">
                <a:solidFill>
                  <a:schemeClr val="lt2"/>
                </a:solidFill>
              </a:defRPr>
            </a:lvl4pPr>
            <a:lvl5pPr lvl="4">
              <a:spcBef>
                <a:spcPts val="0"/>
              </a:spcBef>
              <a:spcAft>
                <a:spcPts val="0"/>
              </a:spcAft>
              <a:buClr>
                <a:schemeClr val="lt2"/>
              </a:buClr>
              <a:buSzPts val="2000"/>
              <a:buNone/>
              <a:defRPr sz="2000">
                <a:solidFill>
                  <a:schemeClr val="lt2"/>
                </a:solidFill>
              </a:defRPr>
            </a:lvl5pPr>
            <a:lvl6pPr lvl="5">
              <a:spcBef>
                <a:spcPts val="0"/>
              </a:spcBef>
              <a:spcAft>
                <a:spcPts val="0"/>
              </a:spcAft>
              <a:buClr>
                <a:schemeClr val="lt2"/>
              </a:buClr>
              <a:buSzPts val="2000"/>
              <a:buNone/>
              <a:defRPr sz="2000">
                <a:solidFill>
                  <a:schemeClr val="lt2"/>
                </a:solidFill>
              </a:defRPr>
            </a:lvl6pPr>
            <a:lvl7pPr lvl="6">
              <a:spcBef>
                <a:spcPts val="0"/>
              </a:spcBef>
              <a:spcAft>
                <a:spcPts val="0"/>
              </a:spcAft>
              <a:buClr>
                <a:schemeClr val="lt2"/>
              </a:buClr>
              <a:buSzPts val="2000"/>
              <a:buNone/>
              <a:defRPr sz="2000">
                <a:solidFill>
                  <a:schemeClr val="lt2"/>
                </a:solidFill>
              </a:defRPr>
            </a:lvl7pPr>
            <a:lvl8pPr lvl="7">
              <a:spcBef>
                <a:spcPts val="0"/>
              </a:spcBef>
              <a:spcAft>
                <a:spcPts val="0"/>
              </a:spcAft>
              <a:buClr>
                <a:schemeClr val="lt2"/>
              </a:buClr>
              <a:buSzPts val="2000"/>
              <a:buNone/>
              <a:defRPr sz="2000">
                <a:solidFill>
                  <a:schemeClr val="lt2"/>
                </a:solidFill>
              </a:defRPr>
            </a:lvl8pPr>
            <a:lvl9pPr lvl="8">
              <a:spcBef>
                <a:spcPts val="0"/>
              </a:spcBef>
              <a:spcAft>
                <a:spcPts val="0"/>
              </a:spcAft>
              <a:buClr>
                <a:schemeClr val="lt2"/>
              </a:buClr>
              <a:buSzPts val="2000"/>
              <a:buNone/>
              <a:defRPr sz="2000">
                <a:solidFill>
                  <a:schemeClr val="lt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details">
  <p:cSld name="TITLE_1">
    <p:bg>
      <p:bgPr>
        <a:solidFill>
          <a:schemeClr val="lt2"/>
        </a:solidFill>
      </p:bgPr>
    </p:bg>
    <p:spTree>
      <p:nvGrpSpPr>
        <p:cNvPr id="92" name="Shape 92"/>
        <p:cNvGrpSpPr/>
        <p:nvPr/>
      </p:nvGrpSpPr>
      <p:grpSpPr>
        <a:xfrm>
          <a:off x="0" y="0"/>
          <a:ext cx="0" cy="0"/>
          <a:chOff x="0" y="0"/>
          <a:chExt cx="0" cy="0"/>
        </a:xfrm>
      </p:grpSpPr>
      <p:sp>
        <p:nvSpPr>
          <p:cNvPr id="93" name="Google Shape;93;p18"/>
          <p:cNvSpPr/>
          <p:nvPr/>
        </p:nvSpPr>
        <p:spPr>
          <a:xfrm>
            <a:off x="0" y="342900"/>
            <a:ext cx="8800800" cy="480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8"/>
          <p:cNvSpPr txBox="1"/>
          <p:nvPr>
            <p:ph idx="1" type="subTitle"/>
          </p:nvPr>
        </p:nvSpPr>
        <p:spPr>
          <a:xfrm>
            <a:off x="2418125" y="2878925"/>
            <a:ext cx="5325600" cy="7458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2000"/>
              <a:buFont typeface="Plus Jakarta Sans Medium"/>
              <a:buNone/>
              <a:defRPr sz="2000">
                <a:solidFill>
                  <a:schemeClr val="accent2"/>
                </a:solidFill>
              </a:defRPr>
            </a:lvl1pPr>
            <a:lvl2pPr lvl="1" algn="l">
              <a:spcBef>
                <a:spcPts val="0"/>
              </a:spcBef>
              <a:spcAft>
                <a:spcPts val="0"/>
              </a:spcAft>
              <a:buClr>
                <a:schemeClr val="accent2"/>
              </a:buClr>
              <a:buSzPts val="2000"/>
              <a:buFont typeface="Plus Jakarta Sans Medium"/>
              <a:buNone/>
              <a:defRPr sz="2000">
                <a:solidFill>
                  <a:schemeClr val="accent2"/>
                </a:solidFill>
              </a:defRPr>
            </a:lvl2pPr>
            <a:lvl3pPr lvl="2" algn="l">
              <a:spcBef>
                <a:spcPts val="0"/>
              </a:spcBef>
              <a:spcAft>
                <a:spcPts val="0"/>
              </a:spcAft>
              <a:buClr>
                <a:schemeClr val="accent2"/>
              </a:buClr>
              <a:buSzPts val="2000"/>
              <a:buFont typeface="Plus Jakarta Sans Medium"/>
              <a:buNone/>
              <a:defRPr sz="2000">
                <a:solidFill>
                  <a:schemeClr val="accent2"/>
                </a:solidFill>
              </a:defRPr>
            </a:lvl3pPr>
            <a:lvl4pPr lvl="3" algn="l">
              <a:spcBef>
                <a:spcPts val="0"/>
              </a:spcBef>
              <a:spcAft>
                <a:spcPts val="0"/>
              </a:spcAft>
              <a:buClr>
                <a:schemeClr val="accent2"/>
              </a:buClr>
              <a:buSzPts val="2000"/>
              <a:buFont typeface="Plus Jakarta Sans Medium"/>
              <a:buNone/>
              <a:defRPr sz="2000">
                <a:solidFill>
                  <a:schemeClr val="accent2"/>
                </a:solidFill>
              </a:defRPr>
            </a:lvl4pPr>
            <a:lvl5pPr lvl="4" algn="l">
              <a:spcBef>
                <a:spcPts val="0"/>
              </a:spcBef>
              <a:spcAft>
                <a:spcPts val="0"/>
              </a:spcAft>
              <a:buClr>
                <a:schemeClr val="accent2"/>
              </a:buClr>
              <a:buSzPts val="2000"/>
              <a:buFont typeface="Plus Jakarta Sans Medium"/>
              <a:buNone/>
              <a:defRPr sz="2000">
                <a:solidFill>
                  <a:schemeClr val="accent2"/>
                </a:solidFill>
              </a:defRPr>
            </a:lvl5pPr>
            <a:lvl6pPr lvl="5" algn="l">
              <a:spcBef>
                <a:spcPts val="0"/>
              </a:spcBef>
              <a:spcAft>
                <a:spcPts val="0"/>
              </a:spcAft>
              <a:buClr>
                <a:schemeClr val="accent2"/>
              </a:buClr>
              <a:buSzPts val="2000"/>
              <a:buFont typeface="Plus Jakarta Sans Medium"/>
              <a:buNone/>
              <a:defRPr sz="2000">
                <a:solidFill>
                  <a:schemeClr val="accent2"/>
                </a:solidFill>
              </a:defRPr>
            </a:lvl6pPr>
            <a:lvl7pPr lvl="6" algn="l">
              <a:spcBef>
                <a:spcPts val="0"/>
              </a:spcBef>
              <a:spcAft>
                <a:spcPts val="0"/>
              </a:spcAft>
              <a:buClr>
                <a:schemeClr val="accent2"/>
              </a:buClr>
              <a:buSzPts val="2000"/>
              <a:buFont typeface="Plus Jakarta Sans Medium"/>
              <a:buNone/>
              <a:defRPr sz="2000">
                <a:solidFill>
                  <a:schemeClr val="accent2"/>
                </a:solidFill>
              </a:defRPr>
            </a:lvl7pPr>
            <a:lvl8pPr lvl="7" algn="l">
              <a:spcBef>
                <a:spcPts val="0"/>
              </a:spcBef>
              <a:spcAft>
                <a:spcPts val="0"/>
              </a:spcAft>
              <a:buClr>
                <a:schemeClr val="accent2"/>
              </a:buClr>
              <a:buSzPts val="2000"/>
              <a:buFont typeface="Plus Jakarta Sans Medium"/>
              <a:buNone/>
              <a:defRPr sz="2000">
                <a:solidFill>
                  <a:schemeClr val="accent2"/>
                </a:solidFill>
              </a:defRPr>
            </a:lvl8pPr>
            <a:lvl9pPr lvl="8" algn="l">
              <a:spcBef>
                <a:spcPts val="0"/>
              </a:spcBef>
              <a:spcAft>
                <a:spcPts val="0"/>
              </a:spcAft>
              <a:buClr>
                <a:schemeClr val="accent2"/>
              </a:buClr>
              <a:buSzPts val="2000"/>
              <a:buFont typeface="Plus Jakarta Sans Medium"/>
              <a:buNone/>
              <a:defRPr sz="2000">
                <a:solidFill>
                  <a:schemeClr val="accent2"/>
                </a:solidFill>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8"/>
          <p:cNvSpPr/>
          <p:nvPr/>
        </p:nvSpPr>
        <p:spPr>
          <a:xfrm>
            <a:off x="0" y="0"/>
            <a:ext cx="12498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97" name="Google Shape;97;p18"/>
          <p:cNvSpPr/>
          <p:nvPr/>
        </p:nvSpPr>
        <p:spPr>
          <a:xfrm>
            <a:off x="257100" y="3085450"/>
            <a:ext cx="735600" cy="1890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8"/>
          <p:cNvSpPr/>
          <p:nvPr/>
        </p:nvSpPr>
        <p:spPr>
          <a:xfrm>
            <a:off x="257100" y="167525"/>
            <a:ext cx="735600" cy="1887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8"/>
          <p:cNvSpPr/>
          <p:nvPr/>
        </p:nvSpPr>
        <p:spPr>
          <a:xfrm>
            <a:off x="103650" y="2243275"/>
            <a:ext cx="1042500" cy="635700"/>
          </a:xfrm>
          <a:prstGeom prst="hexagon">
            <a:avLst>
              <a:gd fmla="val 40849" name="adj"/>
              <a:gd fmla="val 115470" name="vf"/>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8"/>
          <p:cNvSpPr/>
          <p:nvPr/>
        </p:nvSpPr>
        <p:spPr>
          <a:xfrm>
            <a:off x="442050" y="2378250"/>
            <a:ext cx="365700" cy="365700"/>
          </a:xfrm>
          <a:prstGeom prst="diamond">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8"/>
          <p:cNvSpPr/>
          <p:nvPr/>
        </p:nvSpPr>
        <p:spPr>
          <a:xfrm rot="5400000">
            <a:off x="8054975" y="342900"/>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8"/>
          <p:cNvSpPr/>
          <p:nvPr/>
        </p:nvSpPr>
        <p:spPr>
          <a:xfrm rot="10800000">
            <a:off x="8054975" y="4397825"/>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3" name="Google Shape;103;p18"/>
          <p:cNvGrpSpPr/>
          <p:nvPr/>
        </p:nvGrpSpPr>
        <p:grpSpPr>
          <a:xfrm>
            <a:off x="1249800" y="76325"/>
            <a:ext cx="7808400" cy="5067300"/>
            <a:chOff x="1249800" y="76325"/>
            <a:chExt cx="7808400" cy="5067300"/>
          </a:xfrm>
        </p:grpSpPr>
        <p:cxnSp>
          <p:nvCxnSpPr>
            <p:cNvPr id="104" name="Google Shape;104;p18"/>
            <p:cNvCxnSpPr/>
            <p:nvPr/>
          </p:nvCxnSpPr>
          <p:spPr>
            <a:xfrm>
              <a:off x="1249800" y="85800"/>
              <a:ext cx="7808400" cy="0"/>
            </a:xfrm>
            <a:prstGeom prst="straightConnector1">
              <a:avLst/>
            </a:prstGeom>
            <a:noFill/>
            <a:ln cap="flat" cmpd="sng" w="19050">
              <a:solidFill>
                <a:schemeClr val="accent2"/>
              </a:solidFill>
              <a:prstDash val="solid"/>
              <a:round/>
              <a:headEnd len="med" w="med" type="none"/>
              <a:tailEnd len="med" w="med" type="none"/>
            </a:ln>
          </p:spPr>
        </p:cxnSp>
        <p:cxnSp>
          <p:nvCxnSpPr>
            <p:cNvPr id="105" name="Google Shape;105;p18"/>
            <p:cNvCxnSpPr/>
            <p:nvPr/>
          </p:nvCxnSpPr>
          <p:spPr>
            <a:xfrm rot="10800000">
              <a:off x="9058200" y="76325"/>
              <a:ext cx="0" cy="5067300"/>
            </a:xfrm>
            <a:prstGeom prst="straightConnector1">
              <a:avLst/>
            </a:prstGeom>
            <a:noFill/>
            <a:ln cap="flat" cmpd="sng" w="19050">
              <a:solidFill>
                <a:schemeClr val="accent2"/>
              </a:solidFill>
              <a:prstDash val="solid"/>
              <a:round/>
              <a:headEnd len="med" w="med" type="none"/>
              <a:tailEnd len="med" w="med" type="none"/>
            </a:ln>
          </p:spPr>
        </p:cxnSp>
      </p:grpSp>
      <p:grpSp>
        <p:nvGrpSpPr>
          <p:cNvPr id="106" name="Google Shape;106;p18"/>
          <p:cNvGrpSpPr/>
          <p:nvPr/>
        </p:nvGrpSpPr>
        <p:grpSpPr>
          <a:xfrm>
            <a:off x="1249800" y="162125"/>
            <a:ext cx="7722600" cy="4981500"/>
            <a:chOff x="1249800" y="162125"/>
            <a:chExt cx="7722600" cy="4981500"/>
          </a:xfrm>
        </p:grpSpPr>
        <p:cxnSp>
          <p:nvCxnSpPr>
            <p:cNvPr id="107" name="Google Shape;107;p18"/>
            <p:cNvCxnSpPr/>
            <p:nvPr/>
          </p:nvCxnSpPr>
          <p:spPr>
            <a:xfrm>
              <a:off x="1249800" y="171625"/>
              <a:ext cx="7722600" cy="0"/>
            </a:xfrm>
            <a:prstGeom prst="straightConnector1">
              <a:avLst/>
            </a:prstGeom>
            <a:noFill/>
            <a:ln cap="flat" cmpd="sng" w="19050">
              <a:solidFill>
                <a:schemeClr val="accent2"/>
              </a:solidFill>
              <a:prstDash val="solid"/>
              <a:round/>
              <a:headEnd len="med" w="med" type="none"/>
              <a:tailEnd len="med" w="med" type="none"/>
            </a:ln>
          </p:spPr>
        </p:cxnSp>
        <p:cxnSp>
          <p:nvCxnSpPr>
            <p:cNvPr id="108" name="Google Shape;108;p18"/>
            <p:cNvCxnSpPr/>
            <p:nvPr/>
          </p:nvCxnSpPr>
          <p:spPr>
            <a:xfrm rot="10800000">
              <a:off x="8972375" y="162125"/>
              <a:ext cx="0" cy="4981500"/>
            </a:xfrm>
            <a:prstGeom prst="straightConnector1">
              <a:avLst/>
            </a:prstGeom>
            <a:noFill/>
            <a:ln cap="flat" cmpd="sng" w="19050">
              <a:solidFill>
                <a:schemeClr val="accent2"/>
              </a:solidFill>
              <a:prstDash val="solid"/>
              <a:round/>
              <a:headEnd len="med" w="med" type="none"/>
              <a:tailEnd len="med" w="med" type="none"/>
            </a:ln>
          </p:spPr>
        </p:cxnSp>
      </p:grpSp>
      <p:grpSp>
        <p:nvGrpSpPr>
          <p:cNvPr id="109" name="Google Shape;109;p18"/>
          <p:cNvGrpSpPr/>
          <p:nvPr/>
        </p:nvGrpSpPr>
        <p:grpSpPr>
          <a:xfrm>
            <a:off x="1249800" y="247925"/>
            <a:ext cx="7636800" cy="4895700"/>
            <a:chOff x="1249800" y="247925"/>
            <a:chExt cx="7636800" cy="4895700"/>
          </a:xfrm>
        </p:grpSpPr>
        <p:cxnSp>
          <p:nvCxnSpPr>
            <p:cNvPr id="110" name="Google Shape;110;p18"/>
            <p:cNvCxnSpPr/>
            <p:nvPr/>
          </p:nvCxnSpPr>
          <p:spPr>
            <a:xfrm>
              <a:off x="1249800" y="257425"/>
              <a:ext cx="7636800" cy="0"/>
            </a:xfrm>
            <a:prstGeom prst="straightConnector1">
              <a:avLst/>
            </a:prstGeom>
            <a:noFill/>
            <a:ln cap="flat" cmpd="sng" w="19050">
              <a:solidFill>
                <a:schemeClr val="accent2"/>
              </a:solidFill>
              <a:prstDash val="solid"/>
              <a:round/>
              <a:headEnd len="med" w="med" type="none"/>
              <a:tailEnd len="med" w="med" type="none"/>
            </a:ln>
          </p:spPr>
        </p:cxnSp>
        <p:cxnSp>
          <p:nvCxnSpPr>
            <p:cNvPr id="111" name="Google Shape;111;p18"/>
            <p:cNvCxnSpPr/>
            <p:nvPr/>
          </p:nvCxnSpPr>
          <p:spPr>
            <a:xfrm rot="10800000">
              <a:off x="8886575" y="247925"/>
              <a:ext cx="0" cy="4895700"/>
            </a:xfrm>
            <a:prstGeom prst="straightConnector1">
              <a:avLst/>
            </a:prstGeom>
            <a:noFill/>
            <a:ln cap="flat" cmpd="sng" w="19050">
              <a:solidFill>
                <a:schemeClr val="accent2"/>
              </a:solidFill>
              <a:prstDash val="solid"/>
              <a:round/>
              <a:headEnd len="med" w="med" type="none"/>
              <a:tailEnd len="med" w="med" type="none"/>
            </a:ln>
          </p:spPr>
        </p:cxnSp>
      </p:grpSp>
      <p:sp>
        <p:nvSpPr>
          <p:cNvPr id="112" name="Google Shape;112;p18"/>
          <p:cNvSpPr txBox="1"/>
          <p:nvPr>
            <p:ph type="ctrTitle"/>
          </p:nvPr>
        </p:nvSpPr>
        <p:spPr>
          <a:xfrm>
            <a:off x="2418125" y="1304525"/>
            <a:ext cx="5325600" cy="15747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4800"/>
              <a:buFont typeface="STIX Two Text SemiBold"/>
              <a:buNone/>
              <a:defRPr sz="4800">
                <a:solidFill>
                  <a:schemeClr val="accent2"/>
                </a:solidFill>
              </a:defRPr>
            </a:lvl1pPr>
            <a:lvl2pPr lvl="1">
              <a:spcBef>
                <a:spcPts val="0"/>
              </a:spcBef>
              <a:spcAft>
                <a:spcPts val="0"/>
              </a:spcAft>
              <a:buClr>
                <a:schemeClr val="accent2"/>
              </a:buClr>
              <a:buSzPts val="4800"/>
              <a:buNone/>
              <a:defRPr sz="4800">
                <a:solidFill>
                  <a:schemeClr val="accent2"/>
                </a:solidFill>
              </a:defRPr>
            </a:lvl2pPr>
            <a:lvl3pPr lvl="2">
              <a:spcBef>
                <a:spcPts val="0"/>
              </a:spcBef>
              <a:spcAft>
                <a:spcPts val="0"/>
              </a:spcAft>
              <a:buClr>
                <a:schemeClr val="accent2"/>
              </a:buClr>
              <a:buSzPts val="4800"/>
              <a:buNone/>
              <a:defRPr sz="4800">
                <a:solidFill>
                  <a:schemeClr val="accent2"/>
                </a:solidFill>
              </a:defRPr>
            </a:lvl3pPr>
            <a:lvl4pPr lvl="3">
              <a:spcBef>
                <a:spcPts val="0"/>
              </a:spcBef>
              <a:spcAft>
                <a:spcPts val="0"/>
              </a:spcAft>
              <a:buClr>
                <a:schemeClr val="accent2"/>
              </a:buClr>
              <a:buSzPts val="4800"/>
              <a:buNone/>
              <a:defRPr sz="4800">
                <a:solidFill>
                  <a:schemeClr val="accent2"/>
                </a:solidFill>
              </a:defRPr>
            </a:lvl4pPr>
            <a:lvl5pPr lvl="4">
              <a:spcBef>
                <a:spcPts val="0"/>
              </a:spcBef>
              <a:spcAft>
                <a:spcPts val="0"/>
              </a:spcAft>
              <a:buClr>
                <a:schemeClr val="accent2"/>
              </a:buClr>
              <a:buSzPts val="4800"/>
              <a:buNone/>
              <a:defRPr sz="4800">
                <a:solidFill>
                  <a:schemeClr val="accent2"/>
                </a:solidFill>
              </a:defRPr>
            </a:lvl5pPr>
            <a:lvl6pPr lvl="5">
              <a:spcBef>
                <a:spcPts val="0"/>
              </a:spcBef>
              <a:spcAft>
                <a:spcPts val="0"/>
              </a:spcAft>
              <a:buClr>
                <a:schemeClr val="accent2"/>
              </a:buClr>
              <a:buSzPts val="4800"/>
              <a:buNone/>
              <a:defRPr sz="4800">
                <a:solidFill>
                  <a:schemeClr val="accent2"/>
                </a:solidFill>
              </a:defRPr>
            </a:lvl6pPr>
            <a:lvl7pPr lvl="6">
              <a:spcBef>
                <a:spcPts val="0"/>
              </a:spcBef>
              <a:spcAft>
                <a:spcPts val="0"/>
              </a:spcAft>
              <a:buClr>
                <a:schemeClr val="accent2"/>
              </a:buClr>
              <a:buSzPts val="4800"/>
              <a:buNone/>
              <a:defRPr sz="4800">
                <a:solidFill>
                  <a:schemeClr val="accent2"/>
                </a:solidFill>
              </a:defRPr>
            </a:lvl7pPr>
            <a:lvl8pPr lvl="7">
              <a:spcBef>
                <a:spcPts val="0"/>
              </a:spcBef>
              <a:spcAft>
                <a:spcPts val="0"/>
              </a:spcAft>
              <a:buClr>
                <a:schemeClr val="accent2"/>
              </a:buClr>
              <a:buSzPts val="4800"/>
              <a:buNone/>
              <a:defRPr sz="4800">
                <a:solidFill>
                  <a:schemeClr val="accent2"/>
                </a:solidFill>
              </a:defRPr>
            </a:lvl8pPr>
            <a:lvl9pPr lvl="8">
              <a:spcBef>
                <a:spcPts val="0"/>
              </a:spcBef>
              <a:spcAft>
                <a:spcPts val="0"/>
              </a:spcAft>
              <a:buClr>
                <a:schemeClr val="accent2"/>
              </a:buClr>
              <a:buSzPts val="4800"/>
              <a:buNone/>
              <a:defRPr sz="4800">
                <a:solidFill>
                  <a:schemeClr val="accent2"/>
                </a:solidFill>
              </a:defRPr>
            </a:lvl9pPr>
          </a:lstStyle>
          <a:p/>
        </p:txBody>
      </p:sp>
      <p:sp>
        <p:nvSpPr>
          <p:cNvPr id="113" name="Google Shape;113;p18"/>
          <p:cNvSpPr txBox="1"/>
          <p:nvPr>
            <p:ph idx="2" type="subTitle"/>
          </p:nvPr>
        </p:nvSpPr>
        <p:spPr>
          <a:xfrm>
            <a:off x="2418125" y="3777425"/>
            <a:ext cx="2198100" cy="256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1pPr>
            <a:lvl2pPr lvl="1"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2pPr>
            <a:lvl3pPr lvl="2"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3pPr>
            <a:lvl4pPr lvl="3"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4pPr>
            <a:lvl5pPr lvl="4"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5pPr>
            <a:lvl6pPr lvl="5"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6pPr>
            <a:lvl7pPr lvl="6"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7pPr>
            <a:lvl8pPr lvl="7"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8pPr>
            <a:lvl9pPr lvl="8"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9pPr>
          </a:lstStyle>
          <a:p/>
        </p:txBody>
      </p:sp>
      <p:sp>
        <p:nvSpPr>
          <p:cNvPr id="114" name="Google Shape;114;p18"/>
          <p:cNvSpPr txBox="1"/>
          <p:nvPr>
            <p:ph idx="3" type="subTitle"/>
          </p:nvPr>
        </p:nvSpPr>
        <p:spPr>
          <a:xfrm>
            <a:off x="5545625" y="3777425"/>
            <a:ext cx="2198100" cy="256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1pPr>
            <a:lvl2pPr lvl="1"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2pPr>
            <a:lvl3pPr lvl="2"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3pPr>
            <a:lvl4pPr lvl="3"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4pPr>
            <a:lvl5pPr lvl="4"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5pPr>
            <a:lvl6pPr lvl="5"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6pPr>
            <a:lvl7pPr lvl="6"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7pPr>
            <a:lvl8pPr lvl="7"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8pPr>
            <a:lvl9pPr lvl="8" algn="l">
              <a:spcBef>
                <a:spcPts val="0"/>
              </a:spcBef>
              <a:spcAft>
                <a:spcPts val="0"/>
              </a:spcAft>
              <a:buClr>
                <a:schemeClr val="lt2"/>
              </a:buClr>
              <a:buSzPts val="1400"/>
              <a:buFont typeface="STIX Two Text Medium"/>
              <a:buNone/>
              <a:defRPr>
                <a:solidFill>
                  <a:schemeClr val="lt2"/>
                </a:solidFill>
                <a:latin typeface="STIX Two Text Medium"/>
                <a:ea typeface="STIX Two Text Medium"/>
                <a:cs typeface="STIX Two Text Medium"/>
                <a:sym typeface="STIX Two Text Medium"/>
              </a:defRPr>
            </a:lvl9pPr>
          </a:lstStyle>
          <a:p/>
        </p:txBody>
      </p:sp>
      <p:sp>
        <p:nvSpPr>
          <p:cNvPr id="115" name="Google Shape;115;p18"/>
          <p:cNvSpPr txBox="1"/>
          <p:nvPr>
            <p:ph idx="4" type="subTitle"/>
          </p:nvPr>
        </p:nvSpPr>
        <p:spPr>
          <a:xfrm rot="-5400000">
            <a:off x="-225675" y="945575"/>
            <a:ext cx="1701300" cy="3315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1pPr>
            <a:lvl2pPr lvl="1"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2pPr>
            <a:lvl3pPr lvl="2"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3pPr>
            <a:lvl4pPr lvl="3"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4pPr>
            <a:lvl5pPr lvl="4"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5pPr>
            <a:lvl6pPr lvl="5"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6pPr>
            <a:lvl7pPr lvl="6"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7pPr>
            <a:lvl8pPr lvl="7"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8pPr>
            <a:lvl9pPr lvl="8"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9pPr>
          </a:lstStyle>
          <a:p/>
        </p:txBody>
      </p:sp>
      <p:sp>
        <p:nvSpPr>
          <p:cNvPr id="116" name="Google Shape;116;p18"/>
          <p:cNvSpPr txBox="1"/>
          <p:nvPr>
            <p:ph idx="5" type="subTitle"/>
          </p:nvPr>
        </p:nvSpPr>
        <p:spPr>
          <a:xfrm rot="-5400000">
            <a:off x="-225675" y="3868125"/>
            <a:ext cx="1701300" cy="331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1pPr>
            <a:lvl2pPr lvl="1"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2pPr>
            <a:lvl3pPr lvl="2"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3pPr>
            <a:lvl4pPr lvl="3"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4pPr>
            <a:lvl5pPr lvl="4"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5pPr>
            <a:lvl6pPr lvl="5"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6pPr>
            <a:lvl7pPr lvl="6"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7pPr>
            <a:lvl8pPr lvl="7"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8pPr>
            <a:lvl9pPr lvl="8"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9pPr>
          </a:lstStyle>
          <a:p/>
        </p:txBody>
      </p:sp>
      <p:sp>
        <p:nvSpPr>
          <p:cNvPr id="117" name="Google Shape;117;p18"/>
          <p:cNvSpPr txBox="1"/>
          <p:nvPr>
            <p:ph idx="6" type="body"/>
          </p:nvPr>
        </p:nvSpPr>
        <p:spPr>
          <a:xfrm>
            <a:off x="2418125" y="4033925"/>
            <a:ext cx="2198100" cy="86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1pPr>
            <a:lvl2pPr indent="-304800" lvl="1" marL="9144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2pPr>
            <a:lvl3pPr indent="-304800" lvl="2" marL="13716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3pPr>
            <a:lvl4pPr indent="-304800" lvl="3" marL="18288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4pPr>
            <a:lvl5pPr indent="-304800" lvl="4" marL="22860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5pPr>
            <a:lvl6pPr indent="-304800" lvl="5" marL="27432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6pPr>
            <a:lvl7pPr indent="-304800" lvl="6" marL="32004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7pPr>
            <a:lvl8pPr indent="-304800" lvl="7" marL="36576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8pPr>
            <a:lvl9pPr indent="-304800" lvl="8" marL="41148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9pPr>
          </a:lstStyle>
          <a:p/>
        </p:txBody>
      </p:sp>
      <p:sp>
        <p:nvSpPr>
          <p:cNvPr id="118" name="Google Shape;118;p18"/>
          <p:cNvSpPr txBox="1"/>
          <p:nvPr>
            <p:ph idx="7" type="body"/>
          </p:nvPr>
        </p:nvSpPr>
        <p:spPr>
          <a:xfrm>
            <a:off x="5545613" y="4033925"/>
            <a:ext cx="2198100" cy="863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1pPr>
            <a:lvl2pPr indent="-304800" lvl="1" marL="9144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2pPr>
            <a:lvl3pPr indent="-304800" lvl="2" marL="13716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3pPr>
            <a:lvl4pPr indent="-304800" lvl="3" marL="18288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4pPr>
            <a:lvl5pPr indent="-304800" lvl="4" marL="22860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5pPr>
            <a:lvl6pPr indent="-304800" lvl="5" marL="27432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6pPr>
            <a:lvl7pPr indent="-304800" lvl="6" marL="32004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7pPr>
            <a:lvl8pPr indent="-304800" lvl="7" marL="36576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8pPr>
            <a:lvl9pPr indent="-304800" lvl="8" marL="4114800">
              <a:spcBef>
                <a:spcPts val="0"/>
              </a:spcBef>
              <a:spcAft>
                <a:spcPts val="0"/>
              </a:spcAft>
              <a:buClr>
                <a:schemeClr val="lt2"/>
              </a:buClr>
              <a:buSzPts val="1200"/>
              <a:buFont typeface="Plus Jakarta Sans Medium"/>
              <a:buChar char="■"/>
              <a:defRPr>
                <a:solidFill>
                  <a:schemeClr val="lt2"/>
                </a:solidFill>
                <a:latin typeface="Plus Jakarta Sans Medium"/>
                <a:ea typeface="Plus Jakarta Sans Medium"/>
                <a:cs typeface="Plus Jakarta Sans Medium"/>
                <a:sym typeface="Plus Jakarta Sans Medium"/>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119" name="Shape 119"/>
        <p:cNvGrpSpPr/>
        <p:nvPr/>
      </p:nvGrpSpPr>
      <p:grpSpPr>
        <a:xfrm>
          <a:off x="0" y="0"/>
          <a:ext cx="0" cy="0"/>
          <a:chOff x="0" y="0"/>
          <a:chExt cx="0" cy="0"/>
        </a:xfrm>
      </p:grpSpPr>
      <p:grpSp>
        <p:nvGrpSpPr>
          <p:cNvPr id="120" name="Google Shape;120;p19"/>
          <p:cNvGrpSpPr/>
          <p:nvPr/>
        </p:nvGrpSpPr>
        <p:grpSpPr>
          <a:xfrm>
            <a:off x="0" y="455100"/>
            <a:ext cx="9144000" cy="4519401"/>
            <a:chOff x="0" y="455100"/>
            <a:chExt cx="9144000" cy="4519401"/>
          </a:xfrm>
        </p:grpSpPr>
        <p:sp>
          <p:nvSpPr>
            <p:cNvPr id="121" name="Google Shape;121;p19"/>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9"/>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9"/>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4" name="Google Shape;124;p19"/>
          <p:cNvSpPr txBox="1"/>
          <p:nvPr>
            <p:ph type="ctrTitle"/>
          </p:nvPr>
        </p:nvSpPr>
        <p:spPr>
          <a:xfrm>
            <a:off x="352550" y="2171700"/>
            <a:ext cx="3860100" cy="8001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STIX Two Text SemiBold"/>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5" name="Google Shape;125;p19"/>
          <p:cNvSpPr txBox="1"/>
          <p:nvPr>
            <p:ph idx="1" type="subTitle"/>
          </p:nvPr>
        </p:nvSpPr>
        <p:spPr>
          <a:xfrm>
            <a:off x="4837750" y="766750"/>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19"/>
          <p:cNvSpPr txBox="1"/>
          <p:nvPr>
            <p:ph idx="2" type="subTitle"/>
          </p:nvPr>
        </p:nvSpPr>
        <p:spPr>
          <a:xfrm>
            <a:off x="4837750" y="1099491"/>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19"/>
          <p:cNvSpPr txBox="1"/>
          <p:nvPr>
            <p:ph idx="3" type="subTitle"/>
          </p:nvPr>
        </p:nvSpPr>
        <p:spPr>
          <a:xfrm>
            <a:off x="4837750" y="1432233"/>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19"/>
          <p:cNvSpPr txBox="1"/>
          <p:nvPr>
            <p:ph idx="4" type="subTitle"/>
          </p:nvPr>
        </p:nvSpPr>
        <p:spPr>
          <a:xfrm>
            <a:off x="4837750" y="1764974"/>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19"/>
          <p:cNvSpPr txBox="1"/>
          <p:nvPr>
            <p:ph idx="5" type="subTitle"/>
          </p:nvPr>
        </p:nvSpPr>
        <p:spPr>
          <a:xfrm>
            <a:off x="4837750" y="2097715"/>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19"/>
          <p:cNvSpPr txBox="1"/>
          <p:nvPr>
            <p:ph idx="6" type="subTitle"/>
          </p:nvPr>
        </p:nvSpPr>
        <p:spPr>
          <a:xfrm>
            <a:off x="4837750" y="2430456"/>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19"/>
          <p:cNvSpPr txBox="1"/>
          <p:nvPr>
            <p:ph idx="7" type="subTitle"/>
          </p:nvPr>
        </p:nvSpPr>
        <p:spPr>
          <a:xfrm>
            <a:off x="4837750" y="276319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19"/>
          <p:cNvSpPr txBox="1"/>
          <p:nvPr>
            <p:ph idx="8" type="subTitle"/>
          </p:nvPr>
        </p:nvSpPr>
        <p:spPr>
          <a:xfrm>
            <a:off x="4837750" y="3095939"/>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19"/>
          <p:cNvSpPr txBox="1"/>
          <p:nvPr>
            <p:ph idx="9" type="subTitle"/>
          </p:nvPr>
        </p:nvSpPr>
        <p:spPr>
          <a:xfrm>
            <a:off x="4837750" y="3428680"/>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9"/>
          <p:cNvSpPr txBox="1"/>
          <p:nvPr>
            <p:ph idx="13" type="subTitle"/>
          </p:nvPr>
        </p:nvSpPr>
        <p:spPr>
          <a:xfrm>
            <a:off x="4837750" y="3761421"/>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19"/>
          <p:cNvSpPr txBox="1"/>
          <p:nvPr>
            <p:ph idx="14" type="subTitle"/>
          </p:nvPr>
        </p:nvSpPr>
        <p:spPr>
          <a:xfrm>
            <a:off x="4837750" y="4094163"/>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19"/>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37" name="Google Shape;137;p19"/>
          <p:cNvSpPr txBox="1"/>
          <p:nvPr>
            <p:ph idx="15"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138" name="Google Shape;138;p19"/>
          <p:cNvSpPr txBox="1"/>
          <p:nvPr>
            <p:ph idx="16"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139" name="Google Shape;139;p19"/>
          <p:cNvSpPr txBox="1"/>
          <p:nvPr>
            <p:ph hasCustomPrompt="1" idx="17" type="title"/>
          </p:nvPr>
        </p:nvSpPr>
        <p:spPr>
          <a:xfrm>
            <a:off x="8155150" y="1099488"/>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0" name="Google Shape;140;p19"/>
          <p:cNvSpPr txBox="1"/>
          <p:nvPr>
            <p:ph hasCustomPrompt="1" idx="18" type="title"/>
          </p:nvPr>
        </p:nvSpPr>
        <p:spPr>
          <a:xfrm>
            <a:off x="8155150" y="1432225"/>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1" name="Google Shape;141;p19"/>
          <p:cNvSpPr txBox="1"/>
          <p:nvPr>
            <p:ph hasCustomPrompt="1" idx="19" type="title"/>
          </p:nvPr>
        </p:nvSpPr>
        <p:spPr>
          <a:xfrm>
            <a:off x="8155150" y="1764975"/>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2" name="Google Shape;142;p19"/>
          <p:cNvSpPr txBox="1"/>
          <p:nvPr>
            <p:ph hasCustomPrompt="1" idx="20" type="title"/>
          </p:nvPr>
        </p:nvSpPr>
        <p:spPr>
          <a:xfrm>
            <a:off x="8155150" y="2097713"/>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3" name="Google Shape;143;p19"/>
          <p:cNvSpPr txBox="1"/>
          <p:nvPr>
            <p:ph hasCustomPrompt="1" idx="21" type="title"/>
          </p:nvPr>
        </p:nvSpPr>
        <p:spPr>
          <a:xfrm>
            <a:off x="8155150" y="2430438"/>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4" name="Google Shape;144;p19"/>
          <p:cNvSpPr txBox="1"/>
          <p:nvPr>
            <p:ph hasCustomPrompt="1" idx="22" type="title"/>
          </p:nvPr>
        </p:nvSpPr>
        <p:spPr>
          <a:xfrm>
            <a:off x="8155150" y="2763188"/>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5" name="Google Shape;145;p19"/>
          <p:cNvSpPr txBox="1"/>
          <p:nvPr>
            <p:ph hasCustomPrompt="1" idx="23" type="title"/>
          </p:nvPr>
        </p:nvSpPr>
        <p:spPr>
          <a:xfrm>
            <a:off x="8155150" y="3095925"/>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6" name="Google Shape;146;p19"/>
          <p:cNvSpPr txBox="1"/>
          <p:nvPr>
            <p:ph hasCustomPrompt="1" idx="24" type="title"/>
          </p:nvPr>
        </p:nvSpPr>
        <p:spPr>
          <a:xfrm>
            <a:off x="8155150" y="3428688"/>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7" name="Google Shape;147;p19"/>
          <p:cNvSpPr txBox="1"/>
          <p:nvPr>
            <p:ph hasCustomPrompt="1" idx="25" type="title"/>
          </p:nvPr>
        </p:nvSpPr>
        <p:spPr>
          <a:xfrm>
            <a:off x="8155150" y="3761400"/>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8" name="Google Shape;148;p19"/>
          <p:cNvSpPr txBox="1"/>
          <p:nvPr>
            <p:ph hasCustomPrompt="1" idx="26" type="title"/>
          </p:nvPr>
        </p:nvSpPr>
        <p:spPr>
          <a:xfrm>
            <a:off x="8155150" y="4094150"/>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
        <p:nvSpPr>
          <p:cNvPr id="149" name="Google Shape;149;p19"/>
          <p:cNvSpPr txBox="1"/>
          <p:nvPr>
            <p:ph hasCustomPrompt="1" idx="27" type="title"/>
          </p:nvPr>
        </p:nvSpPr>
        <p:spPr>
          <a:xfrm>
            <a:off x="8155150" y="766763"/>
            <a:ext cx="6210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1pPr>
            <a:lvl2pPr lvl="1"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2pPr>
            <a:lvl3pPr lvl="2"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3pPr>
            <a:lvl4pPr lvl="3"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4pPr>
            <a:lvl5pPr lvl="4"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5pPr>
            <a:lvl6pPr lvl="5"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6pPr>
            <a:lvl7pPr lvl="6"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7pPr>
            <a:lvl8pPr lvl="7"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8pPr>
            <a:lvl9pPr lvl="8" algn="r">
              <a:spcBef>
                <a:spcPts val="0"/>
              </a:spcBef>
              <a:spcAft>
                <a:spcPts val="0"/>
              </a:spcAft>
              <a:buClr>
                <a:schemeClr val="accent1"/>
              </a:buClr>
              <a:buSzPts val="1600"/>
              <a:buFont typeface="STIX Two Text Medium"/>
              <a:buNone/>
              <a:defRPr sz="1600">
                <a:solidFill>
                  <a:schemeClr val="accent1"/>
                </a:solidFill>
                <a:latin typeface="STIX Two Text Medium"/>
                <a:ea typeface="STIX Two Text Medium"/>
                <a:cs typeface="STIX Two Text Medium"/>
                <a:sym typeface="STIX Two Text Medium"/>
              </a:defRPr>
            </a:lvl9pPr>
          </a:lstStyle>
          <a:p>
            <a:r>
              <a:t>xx%</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150" name="Shape 150"/>
        <p:cNvGrpSpPr/>
        <p:nvPr/>
      </p:nvGrpSpPr>
      <p:grpSpPr>
        <a:xfrm>
          <a:off x="0" y="0"/>
          <a:ext cx="0" cy="0"/>
          <a:chOff x="0" y="0"/>
          <a:chExt cx="0" cy="0"/>
        </a:xfrm>
      </p:grpSpPr>
      <p:grpSp>
        <p:nvGrpSpPr>
          <p:cNvPr id="151" name="Google Shape;151;p20"/>
          <p:cNvGrpSpPr/>
          <p:nvPr/>
        </p:nvGrpSpPr>
        <p:grpSpPr>
          <a:xfrm>
            <a:off x="0" y="455100"/>
            <a:ext cx="9144000" cy="4519401"/>
            <a:chOff x="0" y="455100"/>
            <a:chExt cx="9144000" cy="4519401"/>
          </a:xfrm>
        </p:grpSpPr>
        <p:sp>
          <p:nvSpPr>
            <p:cNvPr id="152" name="Google Shape;152;p20"/>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0"/>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0"/>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5" name="Google Shape;155;p20"/>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56" name="Google Shape;156;p20"/>
          <p:cNvSpPr txBox="1"/>
          <p:nvPr>
            <p:ph type="ctrTitle"/>
          </p:nvPr>
        </p:nvSpPr>
        <p:spPr>
          <a:xfrm>
            <a:off x="352550" y="2171700"/>
            <a:ext cx="3860100" cy="8001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STIX Two Text SemiBold"/>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57" name="Google Shape;157;p20"/>
          <p:cNvSpPr/>
          <p:nvPr/>
        </p:nvSpPr>
        <p:spPr>
          <a:xfrm rot="10800000">
            <a:off x="4795425" y="1030600"/>
            <a:ext cx="4116300" cy="4383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0"/>
          <p:cNvSpPr txBox="1"/>
          <p:nvPr>
            <p:ph idx="1" type="subTitle"/>
          </p:nvPr>
        </p:nvSpPr>
        <p:spPr>
          <a:xfrm>
            <a:off x="4931528" y="11084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59" name="Google Shape;159;p20"/>
          <p:cNvSpPr/>
          <p:nvPr/>
        </p:nvSpPr>
        <p:spPr>
          <a:xfrm rot="10800000">
            <a:off x="4795425" y="1559400"/>
            <a:ext cx="4116300" cy="438300"/>
          </a:xfrm>
          <a:prstGeom prst="chevron">
            <a:avLst>
              <a:gd fmla="val 20755"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0"/>
          <p:cNvSpPr txBox="1"/>
          <p:nvPr>
            <p:ph idx="2" type="subTitle"/>
          </p:nvPr>
        </p:nvSpPr>
        <p:spPr>
          <a:xfrm>
            <a:off x="4931528" y="16372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None/>
              <a:defRPr>
                <a:solidFill>
                  <a:schemeClr val="lt2"/>
                </a:solidFill>
              </a:defRPr>
            </a:lvl1pPr>
            <a:lvl2pPr lvl="1">
              <a:spcBef>
                <a:spcPts val="0"/>
              </a:spcBef>
              <a:spcAft>
                <a:spcPts val="0"/>
              </a:spcAft>
              <a:buClr>
                <a:schemeClr val="lt2"/>
              </a:buClr>
              <a:buSzPts val="1400"/>
              <a:buNone/>
              <a:defRPr>
                <a:solidFill>
                  <a:schemeClr val="lt2"/>
                </a:solidFill>
              </a:defRPr>
            </a:lvl2pPr>
            <a:lvl3pPr lvl="2">
              <a:spcBef>
                <a:spcPts val="0"/>
              </a:spcBef>
              <a:spcAft>
                <a:spcPts val="0"/>
              </a:spcAft>
              <a:buClr>
                <a:schemeClr val="lt2"/>
              </a:buClr>
              <a:buSzPts val="1400"/>
              <a:buNone/>
              <a:defRPr>
                <a:solidFill>
                  <a:schemeClr val="lt2"/>
                </a:solidFill>
              </a:defRPr>
            </a:lvl3pPr>
            <a:lvl4pPr lvl="3">
              <a:spcBef>
                <a:spcPts val="0"/>
              </a:spcBef>
              <a:spcAft>
                <a:spcPts val="0"/>
              </a:spcAft>
              <a:buClr>
                <a:schemeClr val="lt2"/>
              </a:buClr>
              <a:buSzPts val="1400"/>
              <a:buNone/>
              <a:defRPr>
                <a:solidFill>
                  <a:schemeClr val="lt2"/>
                </a:solidFill>
              </a:defRPr>
            </a:lvl4pPr>
            <a:lvl5pPr lvl="4">
              <a:spcBef>
                <a:spcPts val="0"/>
              </a:spcBef>
              <a:spcAft>
                <a:spcPts val="0"/>
              </a:spcAft>
              <a:buClr>
                <a:schemeClr val="lt2"/>
              </a:buClr>
              <a:buSzPts val="1400"/>
              <a:buNone/>
              <a:defRPr>
                <a:solidFill>
                  <a:schemeClr val="lt2"/>
                </a:solidFill>
              </a:defRPr>
            </a:lvl5pPr>
            <a:lvl6pPr lvl="5">
              <a:spcBef>
                <a:spcPts val="0"/>
              </a:spcBef>
              <a:spcAft>
                <a:spcPts val="0"/>
              </a:spcAft>
              <a:buClr>
                <a:schemeClr val="lt2"/>
              </a:buClr>
              <a:buSzPts val="1400"/>
              <a:buNone/>
              <a:defRPr>
                <a:solidFill>
                  <a:schemeClr val="lt2"/>
                </a:solidFill>
              </a:defRPr>
            </a:lvl6pPr>
            <a:lvl7pPr lvl="6">
              <a:spcBef>
                <a:spcPts val="0"/>
              </a:spcBef>
              <a:spcAft>
                <a:spcPts val="0"/>
              </a:spcAft>
              <a:buClr>
                <a:schemeClr val="lt2"/>
              </a:buClr>
              <a:buSzPts val="1400"/>
              <a:buNone/>
              <a:defRPr>
                <a:solidFill>
                  <a:schemeClr val="lt2"/>
                </a:solidFill>
              </a:defRPr>
            </a:lvl7pPr>
            <a:lvl8pPr lvl="7">
              <a:spcBef>
                <a:spcPts val="0"/>
              </a:spcBef>
              <a:spcAft>
                <a:spcPts val="0"/>
              </a:spcAft>
              <a:buClr>
                <a:schemeClr val="lt2"/>
              </a:buClr>
              <a:buSzPts val="1400"/>
              <a:buNone/>
              <a:defRPr>
                <a:solidFill>
                  <a:schemeClr val="lt2"/>
                </a:solidFill>
              </a:defRPr>
            </a:lvl8pPr>
            <a:lvl9pPr lvl="8">
              <a:spcBef>
                <a:spcPts val="0"/>
              </a:spcBef>
              <a:spcAft>
                <a:spcPts val="0"/>
              </a:spcAft>
              <a:buClr>
                <a:schemeClr val="lt2"/>
              </a:buClr>
              <a:buSzPts val="1400"/>
              <a:buNone/>
              <a:defRPr>
                <a:solidFill>
                  <a:schemeClr val="lt2"/>
                </a:solidFill>
              </a:defRPr>
            </a:lvl9pPr>
          </a:lstStyle>
          <a:p/>
        </p:txBody>
      </p:sp>
      <p:sp>
        <p:nvSpPr>
          <p:cNvPr id="161" name="Google Shape;161;p20"/>
          <p:cNvSpPr/>
          <p:nvPr/>
        </p:nvSpPr>
        <p:spPr>
          <a:xfrm rot="10800000">
            <a:off x="4795425" y="2088200"/>
            <a:ext cx="4116300" cy="4383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0"/>
          <p:cNvSpPr txBox="1"/>
          <p:nvPr>
            <p:ph idx="3" type="subTitle"/>
          </p:nvPr>
        </p:nvSpPr>
        <p:spPr>
          <a:xfrm>
            <a:off x="4931528" y="21660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63" name="Google Shape;163;p20"/>
          <p:cNvSpPr/>
          <p:nvPr/>
        </p:nvSpPr>
        <p:spPr>
          <a:xfrm rot="10800000">
            <a:off x="4795425" y="2617000"/>
            <a:ext cx="4116300" cy="438300"/>
          </a:xfrm>
          <a:prstGeom prst="chevron">
            <a:avLst>
              <a:gd fmla="val 20755"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0"/>
          <p:cNvSpPr txBox="1"/>
          <p:nvPr>
            <p:ph idx="4" type="subTitle"/>
          </p:nvPr>
        </p:nvSpPr>
        <p:spPr>
          <a:xfrm>
            <a:off x="4931528" y="26948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None/>
              <a:defRPr>
                <a:solidFill>
                  <a:schemeClr val="lt2"/>
                </a:solidFill>
              </a:defRPr>
            </a:lvl1pPr>
            <a:lvl2pPr lvl="1">
              <a:spcBef>
                <a:spcPts val="0"/>
              </a:spcBef>
              <a:spcAft>
                <a:spcPts val="0"/>
              </a:spcAft>
              <a:buClr>
                <a:schemeClr val="lt2"/>
              </a:buClr>
              <a:buSzPts val="1400"/>
              <a:buNone/>
              <a:defRPr>
                <a:solidFill>
                  <a:schemeClr val="lt2"/>
                </a:solidFill>
              </a:defRPr>
            </a:lvl2pPr>
            <a:lvl3pPr lvl="2">
              <a:spcBef>
                <a:spcPts val="0"/>
              </a:spcBef>
              <a:spcAft>
                <a:spcPts val="0"/>
              </a:spcAft>
              <a:buClr>
                <a:schemeClr val="lt2"/>
              </a:buClr>
              <a:buSzPts val="1400"/>
              <a:buNone/>
              <a:defRPr>
                <a:solidFill>
                  <a:schemeClr val="lt2"/>
                </a:solidFill>
              </a:defRPr>
            </a:lvl3pPr>
            <a:lvl4pPr lvl="3">
              <a:spcBef>
                <a:spcPts val="0"/>
              </a:spcBef>
              <a:spcAft>
                <a:spcPts val="0"/>
              </a:spcAft>
              <a:buClr>
                <a:schemeClr val="lt2"/>
              </a:buClr>
              <a:buSzPts val="1400"/>
              <a:buNone/>
              <a:defRPr>
                <a:solidFill>
                  <a:schemeClr val="lt2"/>
                </a:solidFill>
              </a:defRPr>
            </a:lvl4pPr>
            <a:lvl5pPr lvl="4">
              <a:spcBef>
                <a:spcPts val="0"/>
              </a:spcBef>
              <a:spcAft>
                <a:spcPts val="0"/>
              </a:spcAft>
              <a:buClr>
                <a:schemeClr val="lt2"/>
              </a:buClr>
              <a:buSzPts val="1400"/>
              <a:buNone/>
              <a:defRPr>
                <a:solidFill>
                  <a:schemeClr val="lt2"/>
                </a:solidFill>
              </a:defRPr>
            </a:lvl5pPr>
            <a:lvl6pPr lvl="5">
              <a:spcBef>
                <a:spcPts val="0"/>
              </a:spcBef>
              <a:spcAft>
                <a:spcPts val="0"/>
              </a:spcAft>
              <a:buClr>
                <a:schemeClr val="lt2"/>
              </a:buClr>
              <a:buSzPts val="1400"/>
              <a:buNone/>
              <a:defRPr>
                <a:solidFill>
                  <a:schemeClr val="lt2"/>
                </a:solidFill>
              </a:defRPr>
            </a:lvl6pPr>
            <a:lvl7pPr lvl="6">
              <a:spcBef>
                <a:spcPts val="0"/>
              </a:spcBef>
              <a:spcAft>
                <a:spcPts val="0"/>
              </a:spcAft>
              <a:buClr>
                <a:schemeClr val="lt2"/>
              </a:buClr>
              <a:buSzPts val="1400"/>
              <a:buNone/>
              <a:defRPr>
                <a:solidFill>
                  <a:schemeClr val="lt2"/>
                </a:solidFill>
              </a:defRPr>
            </a:lvl7pPr>
            <a:lvl8pPr lvl="7">
              <a:spcBef>
                <a:spcPts val="0"/>
              </a:spcBef>
              <a:spcAft>
                <a:spcPts val="0"/>
              </a:spcAft>
              <a:buClr>
                <a:schemeClr val="lt2"/>
              </a:buClr>
              <a:buSzPts val="1400"/>
              <a:buNone/>
              <a:defRPr>
                <a:solidFill>
                  <a:schemeClr val="lt2"/>
                </a:solidFill>
              </a:defRPr>
            </a:lvl8pPr>
            <a:lvl9pPr lvl="8">
              <a:spcBef>
                <a:spcPts val="0"/>
              </a:spcBef>
              <a:spcAft>
                <a:spcPts val="0"/>
              </a:spcAft>
              <a:buClr>
                <a:schemeClr val="lt2"/>
              </a:buClr>
              <a:buSzPts val="1400"/>
              <a:buNone/>
              <a:defRPr>
                <a:solidFill>
                  <a:schemeClr val="lt2"/>
                </a:solidFill>
              </a:defRPr>
            </a:lvl9pPr>
          </a:lstStyle>
          <a:p/>
        </p:txBody>
      </p:sp>
      <p:sp>
        <p:nvSpPr>
          <p:cNvPr id="165" name="Google Shape;165;p20"/>
          <p:cNvSpPr/>
          <p:nvPr/>
        </p:nvSpPr>
        <p:spPr>
          <a:xfrm rot="10800000">
            <a:off x="4795425" y="3145800"/>
            <a:ext cx="4116300" cy="4383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0"/>
          <p:cNvSpPr txBox="1"/>
          <p:nvPr>
            <p:ph idx="5" type="subTitle"/>
          </p:nvPr>
        </p:nvSpPr>
        <p:spPr>
          <a:xfrm>
            <a:off x="4931528" y="32236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67" name="Google Shape;167;p20"/>
          <p:cNvSpPr/>
          <p:nvPr/>
        </p:nvSpPr>
        <p:spPr>
          <a:xfrm rot="10800000">
            <a:off x="4795425" y="3674600"/>
            <a:ext cx="4116300" cy="438300"/>
          </a:xfrm>
          <a:prstGeom prst="chevron">
            <a:avLst>
              <a:gd fmla="val 20755"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0"/>
          <p:cNvSpPr txBox="1"/>
          <p:nvPr>
            <p:ph idx="6" type="subTitle"/>
          </p:nvPr>
        </p:nvSpPr>
        <p:spPr>
          <a:xfrm>
            <a:off x="4931528" y="3752450"/>
            <a:ext cx="36918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None/>
              <a:defRPr>
                <a:solidFill>
                  <a:schemeClr val="lt2"/>
                </a:solidFill>
              </a:defRPr>
            </a:lvl1pPr>
            <a:lvl2pPr lvl="1">
              <a:spcBef>
                <a:spcPts val="0"/>
              </a:spcBef>
              <a:spcAft>
                <a:spcPts val="0"/>
              </a:spcAft>
              <a:buClr>
                <a:schemeClr val="lt2"/>
              </a:buClr>
              <a:buSzPts val="1400"/>
              <a:buNone/>
              <a:defRPr>
                <a:solidFill>
                  <a:schemeClr val="lt2"/>
                </a:solidFill>
              </a:defRPr>
            </a:lvl2pPr>
            <a:lvl3pPr lvl="2">
              <a:spcBef>
                <a:spcPts val="0"/>
              </a:spcBef>
              <a:spcAft>
                <a:spcPts val="0"/>
              </a:spcAft>
              <a:buClr>
                <a:schemeClr val="lt2"/>
              </a:buClr>
              <a:buSzPts val="1400"/>
              <a:buNone/>
              <a:defRPr>
                <a:solidFill>
                  <a:schemeClr val="lt2"/>
                </a:solidFill>
              </a:defRPr>
            </a:lvl3pPr>
            <a:lvl4pPr lvl="3">
              <a:spcBef>
                <a:spcPts val="0"/>
              </a:spcBef>
              <a:spcAft>
                <a:spcPts val="0"/>
              </a:spcAft>
              <a:buClr>
                <a:schemeClr val="lt2"/>
              </a:buClr>
              <a:buSzPts val="1400"/>
              <a:buNone/>
              <a:defRPr>
                <a:solidFill>
                  <a:schemeClr val="lt2"/>
                </a:solidFill>
              </a:defRPr>
            </a:lvl4pPr>
            <a:lvl5pPr lvl="4">
              <a:spcBef>
                <a:spcPts val="0"/>
              </a:spcBef>
              <a:spcAft>
                <a:spcPts val="0"/>
              </a:spcAft>
              <a:buClr>
                <a:schemeClr val="lt2"/>
              </a:buClr>
              <a:buSzPts val="1400"/>
              <a:buNone/>
              <a:defRPr>
                <a:solidFill>
                  <a:schemeClr val="lt2"/>
                </a:solidFill>
              </a:defRPr>
            </a:lvl5pPr>
            <a:lvl6pPr lvl="5">
              <a:spcBef>
                <a:spcPts val="0"/>
              </a:spcBef>
              <a:spcAft>
                <a:spcPts val="0"/>
              </a:spcAft>
              <a:buClr>
                <a:schemeClr val="lt2"/>
              </a:buClr>
              <a:buSzPts val="1400"/>
              <a:buNone/>
              <a:defRPr>
                <a:solidFill>
                  <a:schemeClr val="lt2"/>
                </a:solidFill>
              </a:defRPr>
            </a:lvl6pPr>
            <a:lvl7pPr lvl="6">
              <a:spcBef>
                <a:spcPts val="0"/>
              </a:spcBef>
              <a:spcAft>
                <a:spcPts val="0"/>
              </a:spcAft>
              <a:buClr>
                <a:schemeClr val="lt2"/>
              </a:buClr>
              <a:buSzPts val="1400"/>
              <a:buNone/>
              <a:defRPr>
                <a:solidFill>
                  <a:schemeClr val="lt2"/>
                </a:solidFill>
              </a:defRPr>
            </a:lvl7pPr>
            <a:lvl8pPr lvl="7">
              <a:spcBef>
                <a:spcPts val="0"/>
              </a:spcBef>
              <a:spcAft>
                <a:spcPts val="0"/>
              </a:spcAft>
              <a:buClr>
                <a:schemeClr val="lt2"/>
              </a:buClr>
              <a:buSzPts val="1400"/>
              <a:buNone/>
              <a:defRPr>
                <a:solidFill>
                  <a:schemeClr val="lt2"/>
                </a:solidFill>
              </a:defRPr>
            </a:lvl8pPr>
            <a:lvl9pPr lvl="8">
              <a:spcBef>
                <a:spcPts val="0"/>
              </a:spcBef>
              <a:spcAft>
                <a:spcPts val="0"/>
              </a:spcAft>
              <a:buClr>
                <a:schemeClr val="lt2"/>
              </a:buClr>
              <a:buSzPts val="1400"/>
              <a:buNone/>
              <a:defRPr>
                <a:solidFill>
                  <a:schemeClr val="lt2"/>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SECTION_HEADER_1">
    <p:spTree>
      <p:nvGrpSpPr>
        <p:cNvPr id="169" name="Shape 169"/>
        <p:cNvGrpSpPr/>
        <p:nvPr/>
      </p:nvGrpSpPr>
      <p:grpSpPr>
        <a:xfrm>
          <a:off x="0" y="0"/>
          <a:ext cx="0" cy="0"/>
          <a:chOff x="0" y="0"/>
          <a:chExt cx="0" cy="0"/>
        </a:xfrm>
      </p:grpSpPr>
      <p:grpSp>
        <p:nvGrpSpPr>
          <p:cNvPr id="170" name="Google Shape;170;p21"/>
          <p:cNvGrpSpPr/>
          <p:nvPr/>
        </p:nvGrpSpPr>
        <p:grpSpPr>
          <a:xfrm>
            <a:off x="0" y="455100"/>
            <a:ext cx="9144000" cy="4519401"/>
            <a:chOff x="0" y="455100"/>
            <a:chExt cx="9144000" cy="4519401"/>
          </a:xfrm>
        </p:grpSpPr>
        <p:sp>
          <p:nvSpPr>
            <p:cNvPr id="171" name="Google Shape;171;p21"/>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1"/>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1"/>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4" name="Google Shape;174;p21"/>
          <p:cNvSpPr txBox="1"/>
          <p:nvPr>
            <p:ph type="ctrTitle"/>
          </p:nvPr>
        </p:nvSpPr>
        <p:spPr>
          <a:xfrm>
            <a:off x="352550" y="2171700"/>
            <a:ext cx="3860100" cy="800100"/>
          </a:xfrm>
          <a:prstGeom prst="rect">
            <a:avLst/>
          </a:prstGeom>
        </p:spPr>
        <p:txBody>
          <a:bodyPr anchorCtr="0" anchor="ctr" bIns="91425" lIns="91425" spcFirstLastPara="1" rIns="91425" wrap="square" tIns="91425">
            <a:noAutofit/>
          </a:bodyPr>
          <a:lstStyle>
            <a:lvl1pPr lvl="0">
              <a:spcBef>
                <a:spcPts val="0"/>
              </a:spcBef>
              <a:spcAft>
                <a:spcPts val="0"/>
              </a:spcAft>
              <a:buSzPts val="3000"/>
              <a:buFont typeface="STIX Two Text SemiBold"/>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5" name="Google Shape;175;p21"/>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76" name="Google Shape;176;p21"/>
          <p:cNvSpPr txBox="1"/>
          <p:nvPr>
            <p:ph idx="1" type="body"/>
          </p:nvPr>
        </p:nvSpPr>
        <p:spPr>
          <a:xfrm>
            <a:off x="4829450" y="1385875"/>
            <a:ext cx="3849300" cy="23718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with footer">
  <p:cSld name="CUSTOM_1">
    <p:spTree>
      <p:nvGrpSpPr>
        <p:cNvPr id="177" name="Shape 177"/>
        <p:cNvGrpSpPr/>
        <p:nvPr/>
      </p:nvGrpSpPr>
      <p:grpSpPr>
        <a:xfrm>
          <a:off x="0" y="0"/>
          <a:ext cx="0" cy="0"/>
          <a:chOff x="0" y="0"/>
          <a:chExt cx="0" cy="0"/>
        </a:xfrm>
      </p:grpSpPr>
      <p:grpSp>
        <p:nvGrpSpPr>
          <p:cNvPr id="178" name="Google Shape;178;p22"/>
          <p:cNvGrpSpPr/>
          <p:nvPr/>
        </p:nvGrpSpPr>
        <p:grpSpPr>
          <a:xfrm>
            <a:off x="0" y="455100"/>
            <a:ext cx="9144000" cy="4519401"/>
            <a:chOff x="0" y="455100"/>
            <a:chExt cx="9144000" cy="4519401"/>
          </a:xfrm>
        </p:grpSpPr>
        <p:sp>
          <p:nvSpPr>
            <p:cNvPr id="179" name="Google Shape;179;p22"/>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2"/>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2"/>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82" name="Google Shape;182;p22"/>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83" name="Google Shape;183;p22"/>
          <p:cNvSpPr txBox="1"/>
          <p:nvPr>
            <p:ph type="title"/>
          </p:nvPr>
        </p:nvSpPr>
        <p:spPr>
          <a:xfrm>
            <a:off x="1712775" y="1103850"/>
            <a:ext cx="6974100" cy="2935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4" name="Google Shape;184;p22"/>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185" name="Google Shape;185;p22"/>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186" name="Google Shape;186;p22"/>
          <p:cNvSpPr txBox="1"/>
          <p:nvPr>
            <p:ph idx="3" type="subTitle"/>
          </p:nvPr>
        </p:nvSpPr>
        <p:spPr>
          <a:xfrm rot="-5400000">
            <a:off x="-1577350" y="2403575"/>
            <a:ext cx="4226400" cy="33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3">
    <p:spTree>
      <p:nvGrpSpPr>
        <p:cNvPr id="187" name="Shape 187"/>
        <p:cNvGrpSpPr/>
        <p:nvPr/>
      </p:nvGrpSpPr>
      <p:grpSpPr>
        <a:xfrm>
          <a:off x="0" y="0"/>
          <a:ext cx="0" cy="0"/>
          <a:chOff x="0" y="0"/>
          <a:chExt cx="0" cy="0"/>
        </a:xfrm>
      </p:grpSpPr>
      <p:grpSp>
        <p:nvGrpSpPr>
          <p:cNvPr id="188" name="Google Shape;188;p23"/>
          <p:cNvGrpSpPr/>
          <p:nvPr/>
        </p:nvGrpSpPr>
        <p:grpSpPr>
          <a:xfrm>
            <a:off x="0" y="455100"/>
            <a:ext cx="9144000" cy="4519401"/>
            <a:chOff x="0" y="455100"/>
            <a:chExt cx="9144000" cy="4519401"/>
          </a:xfrm>
        </p:grpSpPr>
        <p:sp>
          <p:nvSpPr>
            <p:cNvPr id="189" name="Google Shape;189;p23"/>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3"/>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3"/>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2" name="Google Shape;192;p23"/>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193" name="Google Shape;193;p23"/>
          <p:cNvSpPr txBox="1"/>
          <p:nvPr>
            <p:ph type="title"/>
          </p:nvPr>
        </p:nvSpPr>
        <p:spPr>
          <a:xfrm>
            <a:off x="1712775" y="1103850"/>
            <a:ext cx="6974100" cy="2935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4" name="Google Shape;194;p23"/>
          <p:cNvSpPr txBox="1"/>
          <p:nvPr>
            <p:ph idx="1" type="subTitle"/>
          </p:nvPr>
        </p:nvSpPr>
        <p:spPr>
          <a:xfrm rot="-5400000">
            <a:off x="-1577350" y="2403575"/>
            <a:ext cx="4226400" cy="33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2">
    <p:spTree>
      <p:nvGrpSpPr>
        <p:cNvPr id="195" name="Shape 195"/>
        <p:cNvGrpSpPr/>
        <p:nvPr/>
      </p:nvGrpSpPr>
      <p:grpSpPr>
        <a:xfrm>
          <a:off x="0" y="0"/>
          <a:ext cx="0" cy="0"/>
          <a:chOff x="0" y="0"/>
          <a:chExt cx="0" cy="0"/>
        </a:xfrm>
      </p:grpSpPr>
      <p:grpSp>
        <p:nvGrpSpPr>
          <p:cNvPr id="196" name="Google Shape;196;p24"/>
          <p:cNvGrpSpPr/>
          <p:nvPr/>
        </p:nvGrpSpPr>
        <p:grpSpPr>
          <a:xfrm>
            <a:off x="0" y="455100"/>
            <a:ext cx="9144000" cy="4519401"/>
            <a:chOff x="0" y="455100"/>
            <a:chExt cx="9144000" cy="4519401"/>
          </a:xfrm>
        </p:grpSpPr>
        <p:sp>
          <p:nvSpPr>
            <p:cNvPr id="197" name="Google Shape;197;p24"/>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4"/>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4"/>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0" name="Google Shape;200;p24"/>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grpSp>
        <p:nvGrpSpPr>
          <p:cNvPr id="201" name="Google Shape;201;p24"/>
          <p:cNvGrpSpPr/>
          <p:nvPr/>
        </p:nvGrpSpPr>
        <p:grpSpPr>
          <a:xfrm>
            <a:off x="352550" y="0"/>
            <a:ext cx="640200" cy="4039455"/>
            <a:chOff x="3245525" y="0"/>
            <a:chExt cx="640200" cy="4306455"/>
          </a:xfrm>
        </p:grpSpPr>
        <p:sp>
          <p:nvSpPr>
            <p:cNvPr id="202" name="Google Shape;202;p24"/>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4"/>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4" name="Google Shape;204;p24"/>
          <p:cNvSpPr txBox="1"/>
          <p:nvPr>
            <p:ph type="title"/>
          </p:nvPr>
        </p:nvSpPr>
        <p:spPr>
          <a:xfrm>
            <a:off x="1712775" y="1103850"/>
            <a:ext cx="6974100" cy="29358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2_1">
    <p:spTree>
      <p:nvGrpSpPr>
        <p:cNvPr id="205" name="Shape 205"/>
        <p:cNvGrpSpPr/>
        <p:nvPr/>
      </p:nvGrpSpPr>
      <p:grpSpPr>
        <a:xfrm>
          <a:off x="0" y="0"/>
          <a:ext cx="0" cy="0"/>
          <a:chOff x="0" y="0"/>
          <a:chExt cx="0" cy="0"/>
        </a:xfrm>
      </p:grpSpPr>
      <p:grpSp>
        <p:nvGrpSpPr>
          <p:cNvPr id="206" name="Google Shape;206;p25"/>
          <p:cNvGrpSpPr/>
          <p:nvPr/>
        </p:nvGrpSpPr>
        <p:grpSpPr>
          <a:xfrm>
            <a:off x="0" y="455100"/>
            <a:ext cx="9144000" cy="4519401"/>
            <a:chOff x="0" y="455100"/>
            <a:chExt cx="9144000" cy="4519401"/>
          </a:xfrm>
        </p:grpSpPr>
        <p:sp>
          <p:nvSpPr>
            <p:cNvPr id="207" name="Google Shape;207;p25"/>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5"/>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5"/>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0" name="Google Shape;210;p25"/>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11" name="Google Shape;211;p25"/>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with footer">
  <p:cSld name="CUSTOM_1_2_1_1">
    <p:spTree>
      <p:nvGrpSpPr>
        <p:cNvPr id="212" name="Shape 212"/>
        <p:cNvGrpSpPr/>
        <p:nvPr/>
      </p:nvGrpSpPr>
      <p:grpSpPr>
        <a:xfrm>
          <a:off x="0" y="0"/>
          <a:ext cx="0" cy="0"/>
          <a:chOff x="0" y="0"/>
          <a:chExt cx="0" cy="0"/>
        </a:xfrm>
      </p:grpSpPr>
      <p:grpSp>
        <p:nvGrpSpPr>
          <p:cNvPr id="213" name="Google Shape;213;p26"/>
          <p:cNvGrpSpPr/>
          <p:nvPr/>
        </p:nvGrpSpPr>
        <p:grpSpPr>
          <a:xfrm>
            <a:off x="0" y="455100"/>
            <a:ext cx="9144000" cy="4519401"/>
            <a:chOff x="0" y="455100"/>
            <a:chExt cx="9144000" cy="4519401"/>
          </a:xfrm>
        </p:grpSpPr>
        <p:sp>
          <p:nvSpPr>
            <p:cNvPr id="214" name="Google Shape;214;p26"/>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6"/>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6"/>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7" name="Google Shape;217;p26"/>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18" name="Google Shape;218;p26"/>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219" name="Google Shape;219;p26"/>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220" name="Google Shape;220;p26"/>
          <p:cNvSpPr txBox="1"/>
          <p:nvPr>
            <p:ph idx="3" type="body"/>
          </p:nvPr>
        </p:nvSpPr>
        <p:spPr>
          <a:xfrm>
            <a:off x="5953000" y="21925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1" name="Google Shape;221;p26"/>
          <p:cNvSpPr txBox="1"/>
          <p:nvPr>
            <p:ph hasCustomPrompt="1" type="title"/>
          </p:nvPr>
        </p:nvSpPr>
        <p:spPr>
          <a:xfrm>
            <a:off x="457200" y="1106125"/>
            <a:ext cx="4794600" cy="3082500"/>
          </a:xfrm>
          <a:prstGeom prst="rect">
            <a:avLst/>
          </a:prstGeom>
        </p:spPr>
        <p:txBody>
          <a:bodyPr anchorCtr="0" anchor="ctr" bIns="91425" lIns="91425" spcFirstLastPara="1" rIns="91425" wrap="square" tIns="91425">
            <a:noAutofit/>
          </a:bodyPr>
          <a:lstStyle>
            <a:lvl1pPr lvl="0">
              <a:spcBef>
                <a:spcPts val="0"/>
              </a:spcBef>
              <a:spcAft>
                <a:spcPts val="0"/>
              </a:spcAft>
              <a:buSzPts val="20000"/>
              <a:buNone/>
              <a:defRPr sz="20000"/>
            </a:lvl1pPr>
            <a:lvl2pPr lvl="1" algn="ctr">
              <a:spcBef>
                <a:spcPts val="0"/>
              </a:spcBef>
              <a:spcAft>
                <a:spcPts val="0"/>
              </a:spcAft>
              <a:buSzPts val="20000"/>
              <a:buNone/>
              <a:defRPr sz="20000"/>
            </a:lvl2pPr>
            <a:lvl3pPr lvl="2" algn="ctr">
              <a:spcBef>
                <a:spcPts val="0"/>
              </a:spcBef>
              <a:spcAft>
                <a:spcPts val="0"/>
              </a:spcAft>
              <a:buSzPts val="20000"/>
              <a:buNone/>
              <a:defRPr sz="20000"/>
            </a:lvl3pPr>
            <a:lvl4pPr lvl="3" algn="ctr">
              <a:spcBef>
                <a:spcPts val="0"/>
              </a:spcBef>
              <a:spcAft>
                <a:spcPts val="0"/>
              </a:spcAft>
              <a:buSzPts val="20000"/>
              <a:buNone/>
              <a:defRPr sz="20000"/>
            </a:lvl4pPr>
            <a:lvl5pPr lvl="4" algn="ctr">
              <a:spcBef>
                <a:spcPts val="0"/>
              </a:spcBef>
              <a:spcAft>
                <a:spcPts val="0"/>
              </a:spcAft>
              <a:buSzPts val="20000"/>
              <a:buNone/>
              <a:defRPr sz="20000"/>
            </a:lvl5pPr>
            <a:lvl6pPr lvl="5" algn="ctr">
              <a:spcBef>
                <a:spcPts val="0"/>
              </a:spcBef>
              <a:spcAft>
                <a:spcPts val="0"/>
              </a:spcAft>
              <a:buSzPts val="20000"/>
              <a:buNone/>
              <a:defRPr sz="20000"/>
            </a:lvl6pPr>
            <a:lvl7pPr lvl="6" algn="ctr">
              <a:spcBef>
                <a:spcPts val="0"/>
              </a:spcBef>
              <a:spcAft>
                <a:spcPts val="0"/>
              </a:spcAft>
              <a:buSzPts val="20000"/>
              <a:buNone/>
              <a:defRPr sz="20000"/>
            </a:lvl7pPr>
            <a:lvl8pPr lvl="7" algn="ctr">
              <a:spcBef>
                <a:spcPts val="0"/>
              </a:spcBef>
              <a:spcAft>
                <a:spcPts val="0"/>
              </a:spcAft>
              <a:buSzPts val="20000"/>
              <a:buNone/>
              <a:defRPr sz="20000"/>
            </a:lvl8pPr>
            <a:lvl9pPr lvl="8" algn="ctr">
              <a:spcBef>
                <a:spcPts val="0"/>
              </a:spcBef>
              <a:spcAft>
                <a:spcPts val="0"/>
              </a:spcAft>
              <a:buSzPts val="20000"/>
              <a:buNone/>
              <a:defRPr sz="20000"/>
            </a:lvl9pPr>
          </a:lstStyle>
          <a:p>
            <a:r>
              <a:t>xx%</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2_1_1_1">
    <p:spTree>
      <p:nvGrpSpPr>
        <p:cNvPr id="222" name="Shape 222"/>
        <p:cNvGrpSpPr/>
        <p:nvPr/>
      </p:nvGrpSpPr>
      <p:grpSpPr>
        <a:xfrm>
          <a:off x="0" y="0"/>
          <a:ext cx="0" cy="0"/>
          <a:chOff x="0" y="0"/>
          <a:chExt cx="0" cy="0"/>
        </a:xfrm>
      </p:grpSpPr>
      <p:grpSp>
        <p:nvGrpSpPr>
          <p:cNvPr id="223" name="Google Shape;223;p27"/>
          <p:cNvGrpSpPr/>
          <p:nvPr/>
        </p:nvGrpSpPr>
        <p:grpSpPr>
          <a:xfrm>
            <a:off x="0" y="455100"/>
            <a:ext cx="9144000" cy="4519401"/>
            <a:chOff x="0" y="455100"/>
            <a:chExt cx="9144000" cy="4519401"/>
          </a:xfrm>
        </p:grpSpPr>
        <p:sp>
          <p:nvSpPr>
            <p:cNvPr id="224" name="Google Shape;224;p27"/>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7"/>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27"/>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7" name="Google Shape;227;p27"/>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28" name="Google Shape;228;p27"/>
          <p:cNvSpPr txBox="1"/>
          <p:nvPr>
            <p:ph hasCustomPrompt="1" type="title"/>
          </p:nvPr>
        </p:nvSpPr>
        <p:spPr>
          <a:xfrm>
            <a:off x="457200" y="1106125"/>
            <a:ext cx="4794600" cy="3082500"/>
          </a:xfrm>
          <a:prstGeom prst="rect">
            <a:avLst/>
          </a:prstGeom>
        </p:spPr>
        <p:txBody>
          <a:bodyPr anchorCtr="0" anchor="ctr" bIns="91425" lIns="91425" spcFirstLastPara="1" rIns="91425" wrap="square" tIns="91425">
            <a:noAutofit/>
          </a:bodyPr>
          <a:lstStyle>
            <a:lvl1pPr lvl="0">
              <a:spcBef>
                <a:spcPts val="0"/>
              </a:spcBef>
              <a:spcAft>
                <a:spcPts val="0"/>
              </a:spcAft>
              <a:buSzPts val="20000"/>
              <a:buNone/>
              <a:defRPr sz="20000"/>
            </a:lvl1pPr>
            <a:lvl2pPr lvl="1" algn="ctr">
              <a:spcBef>
                <a:spcPts val="0"/>
              </a:spcBef>
              <a:spcAft>
                <a:spcPts val="0"/>
              </a:spcAft>
              <a:buSzPts val="20000"/>
              <a:buNone/>
              <a:defRPr sz="20000"/>
            </a:lvl2pPr>
            <a:lvl3pPr lvl="2" algn="ctr">
              <a:spcBef>
                <a:spcPts val="0"/>
              </a:spcBef>
              <a:spcAft>
                <a:spcPts val="0"/>
              </a:spcAft>
              <a:buSzPts val="20000"/>
              <a:buNone/>
              <a:defRPr sz="20000"/>
            </a:lvl3pPr>
            <a:lvl4pPr lvl="3" algn="ctr">
              <a:spcBef>
                <a:spcPts val="0"/>
              </a:spcBef>
              <a:spcAft>
                <a:spcPts val="0"/>
              </a:spcAft>
              <a:buSzPts val="20000"/>
              <a:buNone/>
              <a:defRPr sz="20000"/>
            </a:lvl4pPr>
            <a:lvl5pPr lvl="4" algn="ctr">
              <a:spcBef>
                <a:spcPts val="0"/>
              </a:spcBef>
              <a:spcAft>
                <a:spcPts val="0"/>
              </a:spcAft>
              <a:buSzPts val="20000"/>
              <a:buNone/>
              <a:defRPr sz="20000"/>
            </a:lvl5pPr>
            <a:lvl6pPr lvl="5" algn="ctr">
              <a:spcBef>
                <a:spcPts val="0"/>
              </a:spcBef>
              <a:spcAft>
                <a:spcPts val="0"/>
              </a:spcAft>
              <a:buSzPts val="20000"/>
              <a:buNone/>
              <a:defRPr sz="20000"/>
            </a:lvl6pPr>
            <a:lvl7pPr lvl="6" algn="ctr">
              <a:spcBef>
                <a:spcPts val="0"/>
              </a:spcBef>
              <a:spcAft>
                <a:spcPts val="0"/>
              </a:spcAft>
              <a:buSzPts val="20000"/>
              <a:buNone/>
              <a:defRPr sz="20000"/>
            </a:lvl7pPr>
            <a:lvl8pPr lvl="7" algn="ctr">
              <a:spcBef>
                <a:spcPts val="0"/>
              </a:spcBef>
              <a:spcAft>
                <a:spcPts val="0"/>
              </a:spcAft>
              <a:buSzPts val="20000"/>
              <a:buNone/>
              <a:defRPr sz="20000"/>
            </a:lvl8pPr>
            <a:lvl9pPr lvl="8" algn="ctr">
              <a:spcBef>
                <a:spcPts val="0"/>
              </a:spcBef>
              <a:spcAft>
                <a:spcPts val="0"/>
              </a:spcAft>
              <a:buSzPts val="20000"/>
              <a:buNone/>
              <a:defRPr sz="20000"/>
            </a:lvl9pPr>
          </a:lstStyle>
          <a:p>
            <a:r>
              <a:t>xx%</a:t>
            </a:r>
          </a:p>
        </p:txBody>
      </p:sp>
      <p:sp>
        <p:nvSpPr>
          <p:cNvPr id="229" name="Google Shape;229;p27"/>
          <p:cNvSpPr txBox="1"/>
          <p:nvPr>
            <p:ph idx="1" type="body"/>
          </p:nvPr>
        </p:nvSpPr>
        <p:spPr>
          <a:xfrm>
            <a:off x="5953000" y="21925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footer">
  <p:cSld name="CUSTOM_1_1">
    <p:spTree>
      <p:nvGrpSpPr>
        <p:cNvPr id="230" name="Shape 230"/>
        <p:cNvGrpSpPr/>
        <p:nvPr/>
      </p:nvGrpSpPr>
      <p:grpSpPr>
        <a:xfrm>
          <a:off x="0" y="0"/>
          <a:ext cx="0" cy="0"/>
          <a:chOff x="0" y="0"/>
          <a:chExt cx="0" cy="0"/>
        </a:xfrm>
      </p:grpSpPr>
      <p:grpSp>
        <p:nvGrpSpPr>
          <p:cNvPr id="231" name="Google Shape;231;p28"/>
          <p:cNvGrpSpPr/>
          <p:nvPr/>
        </p:nvGrpSpPr>
        <p:grpSpPr>
          <a:xfrm>
            <a:off x="0" y="455100"/>
            <a:ext cx="9144000" cy="4519401"/>
            <a:chOff x="0" y="455100"/>
            <a:chExt cx="9144000" cy="4519401"/>
          </a:xfrm>
        </p:grpSpPr>
        <p:sp>
          <p:nvSpPr>
            <p:cNvPr id="232" name="Google Shape;232;p28"/>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28"/>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8"/>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5" name="Google Shape;235;p28"/>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36" name="Google Shape;236;p28"/>
          <p:cNvSpPr txBox="1"/>
          <p:nvPr>
            <p:ph type="title"/>
          </p:nvPr>
        </p:nvSpPr>
        <p:spPr>
          <a:xfrm>
            <a:off x="4829450" y="2249350"/>
            <a:ext cx="3849300" cy="7158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7" name="Google Shape;237;p28"/>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238" name="Google Shape;238;p28"/>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239" name="Google Shape;239;p28"/>
          <p:cNvSpPr txBox="1"/>
          <p:nvPr>
            <p:ph idx="3" type="body"/>
          </p:nvPr>
        </p:nvSpPr>
        <p:spPr>
          <a:xfrm>
            <a:off x="4829450" y="3077525"/>
            <a:ext cx="3849300" cy="138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0" name="Google Shape;240;p28"/>
          <p:cNvSpPr txBox="1"/>
          <p:nvPr>
            <p:ph idx="4" type="subTitle"/>
          </p:nvPr>
        </p:nvSpPr>
        <p:spPr>
          <a:xfrm>
            <a:off x="4829450" y="685800"/>
            <a:ext cx="3849300" cy="282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28"/>
          <p:cNvSpPr/>
          <p:nvPr>
            <p:ph idx="5" type="pic"/>
          </p:nvPr>
        </p:nvSpPr>
        <p:spPr>
          <a:xfrm>
            <a:off x="457200" y="685800"/>
            <a:ext cx="3755400" cy="37719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2">
    <p:spTree>
      <p:nvGrpSpPr>
        <p:cNvPr id="242" name="Shape 242"/>
        <p:cNvGrpSpPr/>
        <p:nvPr/>
      </p:nvGrpSpPr>
      <p:grpSpPr>
        <a:xfrm>
          <a:off x="0" y="0"/>
          <a:ext cx="0" cy="0"/>
          <a:chOff x="0" y="0"/>
          <a:chExt cx="0" cy="0"/>
        </a:xfrm>
      </p:grpSpPr>
      <p:grpSp>
        <p:nvGrpSpPr>
          <p:cNvPr id="243" name="Google Shape;243;p29"/>
          <p:cNvGrpSpPr/>
          <p:nvPr/>
        </p:nvGrpSpPr>
        <p:grpSpPr>
          <a:xfrm>
            <a:off x="0" y="455100"/>
            <a:ext cx="9144000" cy="4519401"/>
            <a:chOff x="0" y="455100"/>
            <a:chExt cx="9144000" cy="4519401"/>
          </a:xfrm>
        </p:grpSpPr>
        <p:sp>
          <p:nvSpPr>
            <p:cNvPr id="244" name="Google Shape;244;p29"/>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29"/>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9"/>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7" name="Google Shape;247;p29"/>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48" name="Google Shape;248;p29"/>
          <p:cNvSpPr txBox="1"/>
          <p:nvPr>
            <p:ph type="title"/>
          </p:nvPr>
        </p:nvSpPr>
        <p:spPr>
          <a:xfrm>
            <a:off x="4829450" y="685800"/>
            <a:ext cx="3849300" cy="13803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9" name="Google Shape;249;p29"/>
          <p:cNvSpPr txBox="1"/>
          <p:nvPr>
            <p:ph idx="1" type="body"/>
          </p:nvPr>
        </p:nvSpPr>
        <p:spPr>
          <a:xfrm>
            <a:off x="4829450" y="3077525"/>
            <a:ext cx="3849300" cy="138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0" name="Google Shape;250;p29"/>
          <p:cNvSpPr/>
          <p:nvPr>
            <p:ph idx="2" type="pic"/>
          </p:nvPr>
        </p:nvSpPr>
        <p:spPr>
          <a:xfrm>
            <a:off x="457200" y="685800"/>
            <a:ext cx="3755400" cy="37719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2_1">
    <p:spTree>
      <p:nvGrpSpPr>
        <p:cNvPr id="251" name="Shape 251"/>
        <p:cNvGrpSpPr/>
        <p:nvPr/>
      </p:nvGrpSpPr>
      <p:grpSpPr>
        <a:xfrm>
          <a:off x="0" y="0"/>
          <a:ext cx="0" cy="0"/>
          <a:chOff x="0" y="0"/>
          <a:chExt cx="0" cy="0"/>
        </a:xfrm>
      </p:grpSpPr>
      <p:grpSp>
        <p:nvGrpSpPr>
          <p:cNvPr id="252" name="Google Shape;252;p30"/>
          <p:cNvGrpSpPr/>
          <p:nvPr/>
        </p:nvGrpSpPr>
        <p:grpSpPr>
          <a:xfrm>
            <a:off x="0" y="455100"/>
            <a:ext cx="9144000" cy="4519401"/>
            <a:chOff x="0" y="455100"/>
            <a:chExt cx="9144000" cy="4519401"/>
          </a:xfrm>
        </p:grpSpPr>
        <p:sp>
          <p:nvSpPr>
            <p:cNvPr id="253" name="Google Shape;253;p30"/>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30"/>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30"/>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56" name="Google Shape;256;p30"/>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57" name="Google Shape;257;p30"/>
          <p:cNvSpPr/>
          <p:nvPr>
            <p:ph idx="2" type="pic"/>
          </p:nvPr>
        </p:nvSpPr>
        <p:spPr>
          <a:xfrm>
            <a:off x="4931375" y="685800"/>
            <a:ext cx="3755400" cy="3771900"/>
          </a:xfrm>
          <a:prstGeom prst="rect">
            <a:avLst/>
          </a:prstGeom>
          <a:noFill/>
          <a:ln>
            <a:noFill/>
          </a:ln>
        </p:spPr>
      </p:sp>
      <p:sp>
        <p:nvSpPr>
          <p:cNvPr id="258" name="Google Shape;258;p30"/>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ith footer">
  <p:cSld name="CUSTOM_1_1_1">
    <p:spTree>
      <p:nvGrpSpPr>
        <p:cNvPr id="259" name="Shape 259"/>
        <p:cNvGrpSpPr/>
        <p:nvPr/>
      </p:nvGrpSpPr>
      <p:grpSpPr>
        <a:xfrm>
          <a:off x="0" y="0"/>
          <a:ext cx="0" cy="0"/>
          <a:chOff x="0" y="0"/>
          <a:chExt cx="0" cy="0"/>
        </a:xfrm>
      </p:grpSpPr>
      <p:grpSp>
        <p:nvGrpSpPr>
          <p:cNvPr id="260" name="Google Shape;260;p31"/>
          <p:cNvGrpSpPr/>
          <p:nvPr/>
        </p:nvGrpSpPr>
        <p:grpSpPr>
          <a:xfrm>
            <a:off x="0" y="455100"/>
            <a:ext cx="9144000" cy="4519401"/>
            <a:chOff x="0" y="455100"/>
            <a:chExt cx="9144000" cy="4519401"/>
          </a:xfrm>
        </p:grpSpPr>
        <p:sp>
          <p:nvSpPr>
            <p:cNvPr id="261" name="Google Shape;261;p31"/>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31"/>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1"/>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64" name="Google Shape;264;p31"/>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65" name="Google Shape;265;p31"/>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266" name="Google Shape;266;p31"/>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grpSp>
        <p:nvGrpSpPr>
          <p:cNvPr id="267" name="Google Shape;267;p31"/>
          <p:cNvGrpSpPr/>
          <p:nvPr/>
        </p:nvGrpSpPr>
        <p:grpSpPr>
          <a:xfrm>
            <a:off x="3572375" y="0"/>
            <a:ext cx="640200" cy="4470100"/>
            <a:chOff x="3245525" y="0"/>
            <a:chExt cx="640200" cy="4306455"/>
          </a:xfrm>
        </p:grpSpPr>
        <p:sp>
          <p:nvSpPr>
            <p:cNvPr id="268" name="Google Shape;268;p31"/>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31"/>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0" name="Google Shape;270;p31"/>
          <p:cNvSpPr txBox="1"/>
          <p:nvPr>
            <p:ph idx="3" type="subTitle"/>
          </p:nvPr>
        </p:nvSpPr>
        <p:spPr>
          <a:xfrm>
            <a:off x="4829450" y="7681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1"/>
          <p:cNvSpPr txBox="1"/>
          <p:nvPr>
            <p:ph idx="4" type="body"/>
          </p:nvPr>
        </p:nvSpPr>
        <p:spPr>
          <a:xfrm>
            <a:off x="4829450" y="998844"/>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2" name="Google Shape;272;p31"/>
          <p:cNvSpPr txBox="1"/>
          <p:nvPr>
            <p:ph idx="5" type="subTitle"/>
          </p:nvPr>
        </p:nvSpPr>
        <p:spPr>
          <a:xfrm>
            <a:off x="4829450" y="2018873"/>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31"/>
          <p:cNvSpPr txBox="1"/>
          <p:nvPr>
            <p:ph idx="6" type="body"/>
          </p:nvPr>
        </p:nvSpPr>
        <p:spPr>
          <a:xfrm>
            <a:off x="4829450" y="2249617"/>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4" name="Google Shape;274;p31"/>
          <p:cNvSpPr txBox="1"/>
          <p:nvPr>
            <p:ph idx="7" type="subTitle"/>
          </p:nvPr>
        </p:nvSpPr>
        <p:spPr>
          <a:xfrm>
            <a:off x="4829450" y="3274833"/>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31"/>
          <p:cNvSpPr txBox="1"/>
          <p:nvPr>
            <p:ph idx="8" type="body"/>
          </p:nvPr>
        </p:nvSpPr>
        <p:spPr>
          <a:xfrm>
            <a:off x="4829450" y="3505577"/>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6" name="Google Shape;276;p31"/>
          <p:cNvSpPr txBox="1"/>
          <p:nvPr>
            <p:ph type="ctrTitle"/>
          </p:nvPr>
        </p:nvSpPr>
        <p:spPr>
          <a:xfrm>
            <a:off x="352550" y="2171700"/>
            <a:ext cx="3219900" cy="8001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STIX Two Text SemiBold"/>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4">
    <p:spTree>
      <p:nvGrpSpPr>
        <p:cNvPr id="277" name="Shape 277"/>
        <p:cNvGrpSpPr/>
        <p:nvPr/>
      </p:nvGrpSpPr>
      <p:grpSpPr>
        <a:xfrm>
          <a:off x="0" y="0"/>
          <a:ext cx="0" cy="0"/>
          <a:chOff x="0" y="0"/>
          <a:chExt cx="0" cy="0"/>
        </a:xfrm>
      </p:grpSpPr>
      <p:grpSp>
        <p:nvGrpSpPr>
          <p:cNvPr id="278" name="Google Shape;278;p32"/>
          <p:cNvGrpSpPr/>
          <p:nvPr/>
        </p:nvGrpSpPr>
        <p:grpSpPr>
          <a:xfrm>
            <a:off x="0" y="455100"/>
            <a:ext cx="9144000" cy="4519401"/>
            <a:chOff x="0" y="455100"/>
            <a:chExt cx="9144000" cy="4519401"/>
          </a:xfrm>
        </p:grpSpPr>
        <p:sp>
          <p:nvSpPr>
            <p:cNvPr id="279" name="Google Shape;279;p32"/>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32"/>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32"/>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2" name="Google Shape;282;p32"/>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grpSp>
        <p:nvGrpSpPr>
          <p:cNvPr id="283" name="Google Shape;283;p32"/>
          <p:cNvGrpSpPr/>
          <p:nvPr/>
        </p:nvGrpSpPr>
        <p:grpSpPr>
          <a:xfrm>
            <a:off x="3572375" y="0"/>
            <a:ext cx="640200" cy="4470100"/>
            <a:chOff x="3245525" y="0"/>
            <a:chExt cx="640200" cy="4306455"/>
          </a:xfrm>
        </p:grpSpPr>
        <p:sp>
          <p:nvSpPr>
            <p:cNvPr id="284" name="Google Shape;284;p32"/>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32"/>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6" name="Google Shape;286;p32"/>
          <p:cNvSpPr txBox="1"/>
          <p:nvPr>
            <p:ph idx="1" type="subTitle"/>
          </p:nvPr>
        </p:nvSpPr>
        <p:spPr>
          <a:xfrm>
            <a:off x="4829450" y="7681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32"/>
          <p:cNvSpPr txBox="1"/>
          <p:nvPr>
            <p:ph idx="2" type="body"/>
          </p:nvPr>
        </p:nvSpPr>
        <p:spPr>
          <a:xfrm>
            <a:off x="4829450" y="998844"/>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8" name="Google Shape;288;p32"/>
          <p:cNvSpPr txBox="1"/>
          <p:nvPr>
            <p:ph idx="3" type="subTitle"/>
          </p:nvPr>
        </p:nvSpPr>
        <p:spPr>
          <a:xfrm>
            <a:off x="4829450" y="2018873"/>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32"/>
          <p:cNvSpPr txBox="1"/>
          <p:nvPr>
            <p:ph idx="4" type="body"/>
          </p:nvPr>
        </p:nvSpPr>
        <p:spPr>
          <a:xfrm>
            <a:off x="4829450" y="2249617"/>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0" name="Google Shape;290;p32"/>
          <p:cNvSpPr txBox="1"/>
          <p:nvPr>
            <p:ph idx="5" type="subTitle"/>
          </p:nvPr>
        </p:nvSpPr>
        <p:spPr>
          <a:xfrm>
            <a:off x="4829450" y="3274833"/>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1" name="Google Shape;291;p32"/>
          <p:cNvSpPr txBox="1"/>
          <p:nvPr>
            <p:ph idx="6" type="body"/>
          </p:nvPr>
        </p:nvSpPr>
        <p:spPr>
          <a:xfrm>
            <a:off x="4829450" y="3505577"/>
            <a:ext cx="3765000" cy="87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32"/>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_1_1_3">
    <p:spTree>
      <p:nvGrpSpPr>
        <p:cNvPr id="293" name="Shape 293"/>
        <p:cNvGrpSpPr/>
        <p:nvPr/>
      </p:nvGrpSpPr>
      <p:grpSpPr>
        <a:xfrm>
          <a:off x="0" y="0"/>
          <a:ext cx="0" cy="0"/>
          <a:chOff x="0" y="0"/>
          <a:chExt cx="0" cy="0"/>
        </a:xfrm>
      </p:grpSpPr>
      <p:grpSp>
        <p:nvGrpSpPr>
          <p:cNvPr id="294" name="Google Shape;294;p33"/>
          <p:cNvGrpSpPr/>
          <p:nvPr/>
        </p:nvGrpSpPr>
        <p:grpSpPr>
          <a:xfrm>
            <a:off x="0" y="455100"/>
            <a:ext cx="9144000" cy="4519401"/>
            <a:chOff x="0" y="455100"/>
            <a:chExt cx="9144000" cy="4519401"/>
          </a:xfrm>
        </p:grpSpPr>
        <p:sp>
          <p:nvSpPr>
            <p:cNvPr id="295" name="Google Shape;295;p33"/>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33"/>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33"/>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98" name="Google Shape;298;p33"/>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299" name="Google Shape;299;p33"/>
          <p:cNvSpPr txBox="1"/>
          <p:nvPr>
            <p:ph idx="1" type="subTitle"/>
          </p:nvPr>
        </p:nvSpPr>
        <p:spPr>
          <a:xfrm>
            <a:off x="4829450" y="174145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0" name="Google Shape;300;p33"/>
          <p:cNvSpPr txBox="1"/>
          <p:nvPr>
            <p:ph idx="2" type="body"/>
          </p:nvPr>
        </p:nvSpPr>
        <p:spPr>
          <a:xfrm>
            <a:off x="4829450" y="1972200"/>
            <a:ext cx="3765000" cy="631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grpSp>
        <p:nvGrpSpPr>
          <p:cNvPr id="301" name="Google Shape;301;p33"/>
          <p:cNvGrpSpPr/>
          <p:nvPr/>
        </p:nvGrpSpPr>
        <p:grpSpPr>
          <a:xfrm>
            <a:off x="3572375" y="0"/>
            <a:ext cx="640200" cy="4470100"/>
            <a:chOff x="3245525" y="0"/>
            <a:chExt cx="640200" cy="4306455"/>
          </a:xfrm>
        </p:grpSpPr>
        <p:sp>
          <p:nvSpPr>
            <p:cNvPr id="302" name="Google Shape;302;p33"/>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p33"/>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4" name="Google Shape;304;p33"/>
          <p:cNvSpPr txBox="1"/>
          <p:nvPr>
            <p:ph idx="3" type="subTitle"/>
          </p:nvPr>
        </p:nvSpPr>
        <p:spPr>
          <a:xfrm>
            <a:off x="4829450" y="7681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33"/>
          <p:cNvSpPr txBox="1"/>
          <p:nvPr>
            <p:ph idx="4" type="body"/>
          </p:nvPr>
        </p:nvSpPr>
        <p:spPr>
          <a:xfrm>
            <a:off x="4829450" y="998850"/>
            <a:ext cx="3765000" cy="631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33"/>
          <p:cNvSpPr txBox="1"/>
          <p:nvPr>
            <p:ph idx="5" type="subTitle"/>
          </p:nvPr>
        </p:nvSpPr>
        <p:spPr>
          <a:xfrm>
            <a:off x="4829450" y="27148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7" name="Google Shape;307;p33"/>
          <p:cNvSpPr txBox="1"/>
          <p:nvPr>
            <p:ph idx="6" type="body"/>
          </p:nvPr>
        </p:nvSpPr>
        <p:spPr>
          <a:xfrm>
            <a:off x="4829450" y="2945550"/>
            <a:ext cx="3765000" cy="631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33"/>
          <p:cNvSpPr txBox="1"/>
          <p:nvPr>
            <p:ph idx="7" type="subTitle"/>
          </p:nvPr>
        </p:nvSpPr>
        <p:spPr>
          <a:xfrm>
            <a:off x="4829450" y="368815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33"/>
          <p:cNvSpPr txBox="1"/>
          <p:nvPr>
            <p:ph idx="8" type="body"/>
          </p:nvPr>
        </p:nvSpPr>
        <p:spPr>
          <a:xfrm>
            <a:off x="4829450" y="3918900"/>
            <a:ext cx="3765000" cy="631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0" name="Google Shape;310;p33"/>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extLst>
    <p:ext uri="{DCECCB84-F9BA-43D5-87BE-67443E8EF086}">
      <p15:sldGuideLst>
        <p15:guide id="1" orient="horz" pos="1710">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big ideas">
  <p:cSld name="CUSTOM_1_1_1_2">
    <p:spTree>
      <p:nvGrpSpPr>
        <p:cNvPr id="311" name="Shape 311"/>
        <p:cNvGrpSpPr/>
        <p:nvPr/>
      </p:nvGrpSpPr>
      <p:grpSpPr>
        <a:xfrm>
          <a:off x="0" y="0"/>
          <a:ext cx="0" cy="0"/>
          <a:chOff x="0" y="0"/>
          <a:chExt cx="0" cy="0"/>
        </a:xfrm>
      </p:grpSpPr>
      <p:grpSp>
        <p:nvGrpSpPr>
          <p:cNvPr id="312" name="Google Shape;312;p34"/>
          <p:cNvGrpSpPr/>
          <p:nvPr/>
        </p:nvGrpSpPr>
        <p:grpSpPr>
          <a:xfrm>
            <a:off x="0" y="455100"/>
            <a:ext cx="9144000" cy="4519401"/>
            <a:chOff x="0" y="455100"/>
            <a:chExt cx="9144000" cy="4519401"/>
          </a:xfrm>
        </p:grpSpPr>
        <p:sp>
          <p:nvSpPr>
            <p:cNvPr id="313" name="Google Shape;313;p34"/>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34"/>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p34"/>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16" name="Google Shape;316;p34"/>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grpSp>
        <p:nvGrpSpPr>
          <p:cNvPr id="317" name="Google Shape;317;p34"/>
          <p:cNvGrpSpPr/>
          <p:nvPr/>
        </p:nvGrpSpPr>
        <p:grpSpPr>
          <a:xfrm>
            <a:off x="3572375" y="0"/>
            <a:ext cx="640200" cy="4470100"/>
            <a:chOff x="3245525" y="0"/>
            <a:chExt cx="640200" cy="4306455"/>
          </a:xfrm>
        </p:grpSpPr>
        <p:sp>
          <p:nvSpPr>
            <p:cNvPr id="318" name="Google Shape;318;p34"/>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34"/>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20" name="Google Shape;320;p34"/>
          <p:cNvSpPr txBox="1"/>
          <p:nvPr>
            <p:ph idx="1" type="subTitle"/>
          </p:nvPr>
        </p:nvSpPr>
        <p:spPr>
          <a:xfrm>
            <a:off x="4829450" y="768100"/>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1" name="Google Shape;321;p34"/>
          <p:cNvSpPr txBox="1"/>
          <p:nvPr>
            <p:ph idx="2" type="subTitle"/>
          </p:nvPr>
        </p:nvSpPr>
        <p:spPr>
          <a:xfrm>
            <a:off x="4829450" y="768098"/>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34"/>
          <p:cNvSpPr txBox="1"/>
          <p:nvPr>
            <p:ph idx="3" type="body"/>
          </p:nvPr>
        </p:nvSpPr>
        <p:spPr>
          <a:xfrm>
            <a:off x="4829450" y="998850"/>
            <a:ext cx="3765000" cy="142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3" name="Google Shape;323;p34"/>
          <p:cNvSpPr txBox="1"/>
          <p:nvPr>
            <p:ph idx="4" type="subTitle"/>
          </p:nvPr>
        </p:nvSpPr>
        <p:spPr>
          <a:xfrm>
            <a:off x="4829450" y="2571748"/>
            <a:ext cx="3765000" cy="2277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34"/>
          <p:cNvSpPr txBox="1"/>
          <p:nvPr>
            <p:ph idx="5" type="body"/>
          </p:nvPr>
        </p:nvSpPr>
        <p:spPr>
          <a:xfrm>
            <a:off x="4829450" y="2802500"/>
            <a:ext cx="3765000" cy="142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5" name="Google Shape;325;p34"/>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with footer">
  <p:cSld name="CUSTOM_1_1_1_1">
    <p:spTree>
      <p:nvGrpSpPr>
        <p:cNvPr id="326" name="Shape 326"/>
        <p:cNvGrpSpPr/>
        <p:nvPr/>
      </p:nvGrpSpPr>
      <p:grpSpPr>
        <a:xfrm>
          <a:off x="0" y="0"/>
          <a:ext cx="0" cy="0"/>
          <a:chOff x="0" y="0"/>
          <a:chExt cx="0" cy="0"/>
        </a:xfrm>
      </p:grpSpPr>
      <p:grpSp>
        <p:nvGrpSpPr>
          <p:cNvPr id="327" name="Google Shape;327;p35"/>
          <p:cNvGrpSpPr/>
          <p:nvPr/>
        </p:nvGrpSpPr>
        <p:grpSpPr>
          <a:xfrm>
            <a:off x="0" y="455100"/>
            <a:ext cx="9144000" cy="4519401"/>
            <a:chOff x="0" y="455100"/>
            <a:chExt cx="9144000" cy="4519401"/>
          </a:xfrm>
        </p:grpSpPr>
        <p:sp>
          <p:nvSpPr>
            <p:cNvPr id="328" name="Google Shape;328;p35"/>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35"/>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35"/>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1" name="Google Shape;331;p35"/>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32" name="Google Shape;332;p35"/>
          <p:cNvSpPr txBox="1"/>
          <p:nvPr>
            <p:ph idx="1" type="body"/>
          </p:nvPr>
        </p:nvSpPr>
        <p:spPr>
          <a:xfrm>
            <a:off x="1985550" y="3609025"/>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333" name="Google Shape;333;p35"/>
          <p:cNvSpPr txBox="1"/>
          <p:nvPr>
            <p:ph idx="2" type="body"/>
          </p:nvPr>
        </p:nvSpPr>
        <p:spPr>
          <a:xfrm>
            <a:off x="366100" y="1528100"/>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334" name="Google Shape;334;p35"/>
          <p:cNvSpPr txBox="1"/>
          <p:nvPr>
            <p:ph idx="3" type="body"/>
          </p:nvPr>
        </p:nvSpPr>
        <p:spPr>
          <a:xfrm>
            <a:off x="6920925" y="1528100"/>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335" name="Google Shape;335;p35"/>
          <p:cNvSpPr txBox="1"/>
          <p:nvPr>
            <p:ph idx="4" type="body"/>
          </p:nvPr>
        </p:nvSpPr>
        <p:spPr>
          <a:xfrm>
            <a:off x="3630125" y="1528100"/>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336" name="Google Shape;336;p35"/>
          <p:cNvSpPr txBox="1"/>
          <p:nvPr>
            <p:ph idx="5"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337" name="Google Shape;337;p35"/>
          <p:cNvSpPr txBox="1"/>
          <p:nvPr>
            <p:ph idx="6"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grpSp>
        <p:nvGrpSpPr>
          <p:cNvPr id="338" name="Google Shape;338;p35"/>
          <p:cNvGrpSpPr/>
          <p:nvPr/>
        </p:nvGrpSpPr>
        <p:grpSpPr>
          <a:xfrm rot="-5400000">
            <a:off x="4010494" y="-1441999"/>
            <a:ext cx="659534" cy="8680521"/>
            <a:chOff x="3245525" y="0"/>
            <a:chExt cx="640200" cy="4306455"/>
          </a:xfrm>
        </p:grpSpPr>
        <p:sp>
          <p:nvSpPr>
            <p:cNvPr id="339" name="Google Shape;339;p35"/>
            <p:cNvSpPr/>
            <p:nvPr/>
          </p:nvSpPr>
          <p:spPr>
            <a:xfrm rot="-5400000">
              <a:off x="2879825" y="3300555"/>
              <a:ext cx="1371600" cy="640200"/>
            </a:xfrm>
            <a:prstGeom prst="chevron">
              <a:avLst>
                <a:gd fmla="val 2075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35"/>
            <p:cNvSpPr/>
            <p:nvPr/>
          </p:nvSpPr>
          <p:spPr>
            <a:xfrm>
              <a:off x="3245525" y="0"/>
              <a:ext cx="640200" cy="368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41" name="Google Shape;341;p35"/>
          <p:cNvSpPr txBox="1"/>
          <p:nvPr>
            <p:ph type="title"/>
          </p:nvPr>
        </p:nvSpPr>
        <p:spPr>
          <a:xfrm>
            <a:off x="366100" y="6521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2" name="Google Shape;342;p35"/>
          <p:cNvSpPr txBox="1"/>
          <p:nvPr>
            <p:ph idx="7" type="subTitle"/>
          </p:nvPr>
        </p:nvSpPr>
        <p:spPr>
          <a:xfrm>
            <a:off x="2103450"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343" name="Google Shape;343;p35"/>
          <p:cNvSpPr txBox="1"/>
          <p:nvPr>
            <p:ph idx="8" type="subTitle"/>
          </p:nvPr>
        </p:nvSpPr>
        <p:spPr>
          <a:xfrm>
            <a:off x="3748031"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344" name="Google Shape;344;p35"/>
          <p:cNvSpPr txBox="1"/>
          <p:nvPr>
            <p:ph idx="9" type="subTitle"/>
          </p:nvPr>
        </p:nvSpPr>
        <p:spPr>
          <a:xfrm>
            <a:off x="5395950"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345" name="Google Shape;345;p35"/>
          <p:cNvSpPr txBox="1"/>
          <p:nvPr>
            <p:ph idx="13" type="subTitle"/>
          </p:nvPr>
        </p:nvSpPr>
        <p:spPr>
          <a:xfrm>
            <a:off x="7038825"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346" name="Google Shape;346;p35"/>
          <p:cNvSpPr txBox="1"/>
          <p:nvPr>
            <p:ph idx="14" type="subTitle"/>
          </p:nvPr>
        </p:nvSpPr>
        <p:spPr>
          <a:xfrm>
            <a:off x="457225" y="2663188"/>
            <a:ext cx="1644600" cy="4701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1pPr>
            <a:lvl2pPr lvl="1">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2pPr>
            <a:lvl3pPr lvl="2">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3pPr>
            <a:lvl4pPr lvl="3">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4pPr>
            <a:lvl5pPr lvl="4">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5pPr>
            <a:lvl6pPr lvl="5">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6pPr>
            <a:lvl7pPr lvl="6">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7pPr>
            <a:lvl8pPr lvl="7">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8pPr>
            <a:lvl9pPr lvl="8">
              <a:spcBef>
                <a:spcPts val="0"/>
              </a:spcBef>
              <a:spcAft>
                <a:spcPts val="0"/>
              </a:spcAft>
              <a:buSzPts val="1600"/>
              <a:buFont typeface="STIX Two Text Medium"/>
              <a:buNone/>
              <a:defRPr sz="1600">
                <a:latin typeface="STIX Two Text Medium"/>
                <a:ea typeface="STIX Two Text Medium"/>
                <a:cs typeface="STIX Two Text Medium"/>
                <a:sym typeface="STIX Two Text Medium"/>
              </a:defRPr>
            </a:lvl9pPr>
          </a:lstStyle>
          <a:p/>
        </p:txBody>
      </p:sp>
      <p:sp>
        <p:nvSpPr>
          <p:cNvPr id="347" name="Google Shape;347;p35"/>
          <p:cNvSpPr txBox="1"/>
          <p:nvPr>
            <p:ph idx="15" type="body"/>
          </p:nvPr>
        </p:nvSpPr>
        <p:spPr>
          <a:xfrm>
            <a:off x="5278050" y="3609025"/>
            <a:ext cx="1880400" cy="659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and image with footer">
  <p:cSld name="CUSTOM_1_1_1_1_1">
    <p:spTree>
      <p:nvGrpSpPr>
        <p:cNvPr id="348" name="Shape 348"/>
        <p:cNvGrpSpPr/>
        <p:nvPr/>
      </p:nvGrpSpPr>
      <p:grpSpPr>
        <a:xfrm>
          <a:off x="0" y="0"/>
          <a:ext cx="0" cy="0"/>
          <a:chOff x="0" y="0"/>
          <a:chExt cx="0" cy="0"/>
        </a:xfrm>
      </p:grpSpPr>
      <p:grpSp>
        <p:nvGrpSpPr>
          <p:cNvPr id="349" name="Google Shape;349;p36"/>
          <p:cNvGrpSpPr/>
          <p:nvPr/>
        </p:nvGrpSpPr>
        <p:grpSpPr>
          <a:xfrm>
            <a:off x="0" y="455100"/>
            <a:ext cx="9144000" cy="4519401"/>
            <a:chOff x="0" y="455100"/>
            <a:chExt cx="9144000" cy="4519401"/>
          </a:xfrm>
        </p:grpSpPr>
        <p:sp>
          <p:nvSpPr>
            <p:cNvPr id="350" name="Google Shape;350;p36"/>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36"/>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6"/>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3" name="Google Shape;353;p36"/>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54" name="Google Shape;354;p36"/>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355" name="Google Shape;355;p36"/>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356" name="Google Shape;356;p36"/>
          <p:cNvSpPr txBox="1"/>
          <p:nvPr>
            <p:ph type="title"/>
          </p:nvPr>
        </p:nvSpPr>
        <p:spPr>
          <a:xfrm>
            <a:off x="366100" y="21643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7" name="Google Shape;357;p36"/>
          <p:cNvSpPr txBox="1"/>
          <p:nvPr>
            <p:ph idx="3" type="subTitle"/>
          </p:nvPr>
        </p:nvSpPr>
        <p:spPr>
          <a:xfrm>
            <a:off x="366100" y="30967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58" name="Google Shape;358;p36"/>
          <p:cNvSpPr txBox="1"/>
          <p:nvPr>
            <p:ph idx="4" type="body"/>
          </p:nvPr>
        </p:nvSpPr>
        <p:spPr>
          <a:xfrm>
            <a:off x="3661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36"/>
          <p:cNvSpPr/>
          <p:nvPr>
            <p:ph idx="5" type="pic"/>
          </p:nvPr>
        </p:nvSpPr>
        <p:spPr>
          <a:xfrm>
            <a:off x="4928588" y="679925"/>
            <a:ext cx="3755400" cy="1484400"/>
          </a:xfrm>
          <a:prstGeom prst="rect">
            <a:avLst/>
          </a:prstGeom>
          <a:noFill/>
          <a:ln>
            <a:noFill/>
          </a:ln>
        </p:spPr>
      </p:sp>
      <p:sp>
        <p:nvSpPr>
          <p:cNvPr id="360" name="Google Shape;360;p36"/>
          <p:cNvSpPr/>
          <p:nvPr>
            <p:ph idx="6" type="pic"/>
          </p:nvPr>
        </p:nvSpPr>
        <p:spPr>
          <a:xfrm>
            <a:off x="457200" y="679925"/>
            <a:ext cx="3755400" cy="1484400"/>
          </a:xfrm>
          <a:prstGeom prst="rect">
            <a:avLst/>
          </a:prstGeom>
          <a:noFill/>
          <a:ln>
            <a:noFill/>
          </a:ln>
        </p:spPr>
      </p:sp>
      <p:sp>
        <p:nvSpPr>
          <p:cNvPr id="361" name="Google Shape;361;p36"/>
          <p:cNvSpPr txBox="1"/>
          <p:nvPr>
            <p:ph idx="7" type="title"/>
          </p:nvPr>
        </p:nvSpPr>
        <p:spPr>
          <a:xfrm>
            <a:off x="4837500" y="21643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2" name="Google Shape;362;p36"/>
          <p:cNvSpPr txBox="1"/>
          <p:nvPr>
            <p:ph idx="8" type="subTitle"/>
          </p:nvPr>
        </p:nvSpPr>
        <p:spPr>
          <a:xfrm>
            <a:off x="4837500" y="30967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63" name="Google Shape;363;p36"/>
          <p:cNvSpPr txBox="1"/>
          <p:nvPr>
            <p:ph idx="9" type="body"/>
          </p:nvPr>
        </p:nvSpPr>
        <p:spPr>
          <a:xfrm>
            <a:off x="48375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with footer">
  <p:cSld name="CUSTOM_1_1_1_1_1_1">
    <p:spTree>
      <p:nvGrpSpPr>
        <p:cNvPr id="364" name="Shape 364"/>
        <p:cNvGrpSpPr/>
        <p:nvPr/>
      </p:nvGrpSpPr>
      <p:grpSpPr>
        <a:xfrm>
          <a:off x="0" y="0"/>
          <a:ext cx="0" cy="0"/>
          <a:chOff x="0" y="0"/>
          <a:chExt cx="0" cy="0"/>
        </a:xfrm>
      </p:grpSpPr>
      <p:grpSp>
        <p:nvGrpSpPr>
          <p:cNvPr id="365" name="Google Shape;365;p37"/>
          <p:cNvGrpSpPr/>
          <p:nvPr/>
        </p:nvGrpSpPr>
        <p:grpSpPr>
          <a:xfrm>
            <a:off x="0" y="455100"/>
            <a:ext cx="9144000" cy="4519401"/>
            <a:chOff x="0" y="455100"/>
            <a:chExt cx="9144000" cy="4519401"/>
          </a:xfrm>
        </p:grpSpPr>
        <p:sp>
          <p:nvSpPr>
            <p:cNvPr id="366" name="Google Shape;366;p37"/>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37"/>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7"/>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69" name="Google Shape;369;p37"/>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70" name="Google Shape;370;p37"/>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371" name="Google Shape;371;p37"/>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372" name="Google Shape;372;p37"/>
          <p:cNvSpPr/>
          <p:nvPr>
            <p:ph idx="3" type="pic"/>
          </p:nvPr>
        </p:nvSpPr>
        <p:spPr>
          <a:xfrm>
            <a:off x="4928588" y="1477413"/>
            <a:ext cx="3755400" cy="1484400"/>
          </a:xfrm>
          <a:prstGeom prst="rect">
            <a:avLst/>
          </a:prstGeom>
          <a:noFill/>
          <a:ln>
            <a:noFill/>
          </a:ln>
        </p:spPr>
      </p:sp>
      <p:sp>
        <p:nvSpPr>
          <p:cNvPr id="373" name="Google Shape;373;p37"/>
          <p:cNvSpPr/>
          <p:nvPr>
            <p:ph idx="4" type="pic"/>
          </p:nvPr>
        </p:nvSpPr>
        <p:spPr>
          <a:xfrm>
            <a:off x="457200" y="1495438"/>
            <a:ext cx="3755400" cy="1484400"/>
          </a:xfrm>
          <a:prstGeom prst="rect">
            <a:avLst/>
          </a:prstGeom>
          <a:noFill/>
          <a:ln>
            <a:noFill/>
          </a:ln>
        </p:spPr>
      </p:sp>
      <p:sp>
        <p:nvSpPr>
          <p:cNvPr id="374" name="Google Shape;374;p37"/>
          <p:cNvSpPr txBox="1"/>
          <p:nvPr>
            <p:ph type="title"/>
          </p:nvPr>
        </p:nvSpPr>
        <p:spPr>
          <a:xfrm>
            <a:off x="366100" y="6521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5" name="Google Shape;375;p37"/>
          <p:cNvSpPr txBox="1"/>
          <p:nvPr>
            <p:ph idx="5" type="subTitle"/>
          </p:nvPr>
        </p:nvSpPr>
        <p:spPr>
          <a:xfrm>
            <a:off x="366100" y="29798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37"/>
          <p:cNvSpPr txBox="1"/>
          <p:nvPr>
            <p:ph idx="6" type="body"/>
          </p:nvPr>
        </p:nvSpPr>
        <p:spPr>
          <a:xfrm>
            <a:off x="3661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7" name="Google Shape;377;p37"/>
          <p:cNvSpPr txBox="1"/>
          <p:nvPr>
            <p:ph idx="7" type="subTitle"/>
          </p:nvPr>
        </p:nvSpPr>
        <p:spPr>
          <a:xfrm>
            <a:off x="4837500" y="29798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8" name="Google Shape;378;p37"/>
          <p:cNvSpPr txBox="1"/>
          <p:nvPr>
            <p:ph idx="8" type="body"/>
          </p:nvPr>
        </p:nvSpPr>
        <p:spPr>
          <a:xfrm>
            <a:off x="48375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3">
    <p:spTree>
      <p:nvGrpSpPr>
        <p:cNvPr id="379" name="Shape 379"/>
        <p:cNvGrpSpPr/>
        <p:nvPr/>
      </p:nvGrpSpPr>
      <p:grpSpPr>
        <a:xfrm>
          <a:off x="0" y="0"/>
          <a:ext cx="0" cy="0"/>
          <a:chOff x="0" y="0"/>
          <a:chExt cx="0" cy="0"/>
        </a:xfrm>
      </p:grpSpPr>
      <p:grpSp>
        <p:nvGrpSpPr>
          <p:cNvPr id="380" name="Google Shape;380;p38"/>
          <p:cNvGrpSpPr/>
          <p:nvPr/>
        </p:nvGrpSpPr>
        <p:grpSpPr>
          <a:xfrm>
            <a:off x="0" y="455100"/>
            <a:ext cx="9144000" cy="4519401"/>
            <a:chOff x="0" y="455100"/>
            <a:chExt cx="9144000" cy="4519401"/>
          </a:xfrm>
        </p:grpSpPr>
        <p:sp>
          <p:nvSpPr>
            <p:cNvPr id="381" name="Google Shape;381;p38"/>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38"/>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38"/>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4" name="Google Shape;384;p38"/>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85" name="Google Shape;385;p38"/>
          <p:cNvSpPr/>
          <p:nvPr>
            <p:ph idx="2" type="pic"/>
          </p:nvPr>
        </p:nvSpPr>
        <p:spPr>
          <a:xfrm>
            <a:off x="4928588" y="1477413"/>
            <a:ext cx="3755400" cy="1484400"/>
          </a:xfrm>
          <a:prstGeom prst="rect">
            <a:avLst/>
          </a:prstGeom>
          <a:noFill/>
          <a:ln>
            <a:noFill/>
          </a:ln>
        </p:spPr>
      </p:sp>
      <p:sp>
        <p:nvSpPr>
          <p:cNvPr id="386" name="Google Shape;386;p38"/>
          <p:cNvSpPr/>
          <p:nvPr>
            <p:ph idx="3" type="pic"/>
          </p:nvPr>
        </p:nvSpPr>
        <p:spPr>
          <a:xfrm>
            <a:off x="457200" y="1495438"/>
            <a:ext cx="3755400" cy="1484400"/>
          </a:xfrm>
          <a:prstGeom prst="rect">
            <a:avLst/>
          </a:prstGeom>
          <a:noFill/>
          <a:ln>
            <a:noFill/>
          </a:ln>
        </p:spPr>
      </p:sp>
      <p:sp>
        <p:nvSpPr>
          <p:cNvPr id="387" name="Google Shape;387;p38"/>
          <p:cNvSpPr txBox="1"/>
          <p:nvPr>
            <p:ph type="title"/>
          </p:nvPr>
        </p:nvSpPr>
        <p:spPr>
          <a:xfrm>
            <a:off x="366100" y="6521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8"/>
          <p:cNvSpPr txBox="1"/>
          <p:nvPr>
            <p:ph idx="1" type="subTitle"/>
          </p:nvPr>
        </p:nvSpPr>
        <p:spPr>
          <a:xfrm>
            <a:off x="366100" y="30967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89" name="Google Shape;389;p38"/>
          <p:cNvSpPr txBox="1"/>
          <p:nvPr>
            <p:ph idx="4" type="subTitle"/>
          </p:nvPr>
        </p:nvSpPr>
        <p:spPr>
          <a:xfrm>
            <a:off x="4837500" y="3096750"/>
            <a:ext cx="38466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90" name="Google Shape;390;p38"/>
          <p:cNvSpPr txBox="1"/>
          <p:nvPr>
            <p:ph idx="5" type="body"/>
          </p:nvPr>
        </p:nvSpPr>
        <p:spPr>
          <a:xfrm>
            <a:off x="3661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8"/>
          <p:cNvSpPr txBox="1"/>
          <p:nvPr>
            <p:ph idx="6" type="body"/>
          </p:nvPr>
        </p:nvSpPr>
        <p:spPr>
          <a:xfrm>
            <a:off x="4837500" y="3379350"/>
            <a:ext cx="38466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2">
    <p:spTree>
      <p:nvGrpSpPr>
        <p:cNvPr id="392" name="Shape 392"/>
        <p:cNvGrpSpPr/>
        <p:nvPr/>
      </p:nvGrpSpPr>
      <p:grpSpPr>
        <a:xfrm>
          <a:off x="0" y="0"/>
          <a:ext cx="0" cy="0"/>
          <a:chOff x="0" y="0"/>
          <a:chExt cx="0" cy="0"/>
        </a:xfrm>
      </p:grpSpPr>
      <p:grpSp>
        <p:nvGrpSpPr>
          <p:cNvPr id="393" name="Google Shape;393;p39"/>
          <p:cNvGrpSpPr/>
          <p:nvPr/>
        </p:nvGrpSpPr>
        <p:grpSpPr>
          <a:xfrm>
            <a:off x="0" y="455100"/>
            <a:ext cx="9144000" cy="4519401"/>
            <a:chOff x="0" y="455100"/>
            <a:chExt cx="9144000" cy="4519401"/>
          </a:xfrm>
        </p:grpSpPr>
        <p:sp>
          <p:nvSpPr>
            <p:cNvPr id="394" name="Google Shape;394;p39"/>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39"/>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39"/>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97" name="Google Shape;397;p39"/>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398" name="Google Shape;398;p39"/>
          <p:cNvSpPr/>
          <p:nvPr>
            <p:ph idx="2" type="pic"/>
          </p:nvPr>
        </p:nvSpPr>
        <p:spPr>
          <a:xfrm>
            <a:off x="457200" y="1495450"/>
            <a:ext cx="2556300" cy="1484400"/>
          </a:xfrm>
          <a:prstGeom prst="rect">
            <a:avLst/>
          </a:prstGeom>
          <a:noFill/>
          <a:ln>
            <a:noFill/>
          </a:ln>
        </p:spPr>
      </p:sp>
      <p:sp>
        <p:nvSpPr>
          <p:cNvPr id="399" name="Google Shape;399;p39"/>
          <p:cNvSpPr txBox="1"/>
          <p:nvPr>
            <p:ph type="title"/>
          </p:nvPr>
        </p:nvSpPr>
        <p:spPr>
          <a:xfrm>
            <a:off x="366100" y="652125"/>
            <a:ext cx="3846600" cy="57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9"/>
          <p:cNvSpPr txBox="1"/>
          <p:nvPr>
            <p:ph idx="1" type="subTitle"/>
          </p:nvPr>
        </p:nvSpPr>
        <p:spPr>
          <a:xfrm>
            <a:off x="366100" y="3096753"/>
            <a:ext cx="26475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01" name="Google Shape;401;p39"/>
          <p:cNvSpPr txBox="1"/>
          <p:nvPr>
            <p:ph idx="3" type="body"/>
          </p:nvPr>
        </p:nvSpPr>
        <p:spPr>
          <a:xfrm>
            <a:off x="366100" y="3379351"/>
            <a:ext cx="26475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2" name="Google Shape;402;p39"/>
          <p:cNvSpPr/>
          <p:nvPr>
            <p:ph idx="4" type="pic"/>
          </p:nvPr>
        </p:nvSpPr>
        <p:spPr>
          <a:xfrm>
            <a:off x="3339350" y="1495450"/>
            <a:ext cx="2556300" cy="1484400"/>
          </a:xfrm>
          <a:prstGeom prst="rect">
            <a:avLst/>
          </a:prstGeom>
          <a:noFill/>
          <a:ln>
            <a:noFill/>
          </a:ln>
        </p:spPr>
      </p:sp>
      <p:sp>
        <p:nvSpPr>
          <p:cNvPr id="403" name="Google Shape;403;p39"/>
          <p:cNvSpPr txBox="1"/>
          <p:nvPr>
            <p:ph idx="5" type="subTitle"/>
          </p:nvPr>
        </p:nvSpPr>
        <p:spPr>
          <a:xfrm>
            <a:off x="3248250" y="3096753"/>
            <a:ext cx="26475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04" name="Google Shape;404;p39"/>
          <p:cNvSpPr txBox="1"/>
          <p:nvPr>
            <p:ph idx="6" type="body"/>
          </p:nvPr>
        </p:nvSpPr>
        <p:spPr>
          <a:xfrm>
            <a:off x="3248250" y="3379351"/>
            <a:ext cx="26475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39"/>
          <p:cNvSpPr/>
          <p:nvPr>
            <p:ph idx="7" type="pic"/>
          </p:nvPr>
        </p:nvSpPr>
        <p:spPr>
          <a:xfrm>
            <a:off x="6221500" y="1495450"/>
            <a:ext cx="2556300" cy="1484400"/>
          </a:xfrm>
          <a:prstGeom prst="rect">
            <a:avLst/>
          </a:prstGeom>
          <a:noFill/>
          <a:ln>
            <a:noFill/>
          </a:ln>
        </p:spPr>
      </p:sp>
      <p:sp>
        <p:nvSpPr>
          <p:cNvPr id="406" name="Google Shape;406;p39"/>
          <p:cNvSpPr txBox="1"/>
          <p:nvPr>
            <p:ph idx="8" type="subTitle"/>
          </p:nvPr>
        </p:nvSpPr>
        <p:spPr>
          <a:xfrm>
            <a:off x="6130400" y="3096753"/>
            <a:ext cx="2647500" cy="282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07" name="Google Shape;407;p39"/>
          <p:cNvSpPr txBox="1"/>
          <p:nvPr>
            <p:ph idx="9" type="body"/>
          </p:nvPr>
        </p:nvSpPr>
        <p:spPr>
          <a:xfrm>
            <a:off x="6130400" y="3379351"/>
            <a:ext cx="2647500" cy="96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
    <p:spTree>
      <p:nvGrpSpPr>
        <p:cNvPr id="408" name="Shape 408"/>
        <p:cNvGrpSpPr/>
        <p:nvPr/>
      </p:nvGrpSpPr>
      <p:grpSpPr>
        <a:xfrm>
          <a:off x="0" y="0"/>
          <a:ext cx="0" cy="0"/>
          <a:chOff x="0" y="0"/>
          <a:chExt cx="0" cy="0"/>
        </a:xfrm>
      </p:grpSpPr>
      <p:grpSp>
        <p:nvGrpSpPr>
          <p:cNvPr id="409" name="Google Shape;409;p40"/>
          <p:cNvGrpSpPr/>
          <p:nvPr/>
        </p:nvGrpSpPr>
        <p:grpSpPr>
          <a:xfrm>
            <a:off x="0" y="455100"/>
            <a:ext cx="9144000" cy="4519401"/>
            <a:chOff x="0" y="455100"/>
            <a:chExt cx="9144000" cy="4519401"/>
          </a:xfrm>
        </p:grpSpPr>
        <p:sp>
          <p:nvSpPr>
            <p:cNvPr id="410" name="Google Shape;410;p40"/>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40"/>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40"/>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13" name="Google Shape;413;p40"/>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14" name="Google Shape;414;p40"/>
          <p:cNvSpPr txBox="1"/>
          <p:nvPr>
            <p:ph idx="1" type="body"/>
          </p:nvPr>
        </p:nvSpPr>
        <p:spPr>
          <a:xfrm>
            <a:off x="366100" y="2555000"/>
            <a:ext cx="3846600" cy="179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5" name="Google Shape;415;p40"/>
          <p:cNvSpPr txBox="1"/>
          <p:nvPr>
            <p:ph idx="2" type="body"/>
          </p:nvPr>
        </p:nvSpPr>
        <p:spPr>
          <a:xfrm>
            <a:off x="4837500" y="2555000"/>
            <a:ext cx="3846600" cy="179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40"/>
          <p:cNvSpPr txBox="1"/>
          <p:nvPr>
            <p:ph type="title"/>
          </p:nvPr>
        </p:nvSpPr>
        <p:spPr>
          <a:xfrm>
            <a:off x="311700" y="655125"/>
            <a:ext cx="8520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3000"/>
              <a:buFont typeface="STIX Two Text SemiBold"/>
              <a:buNone/>
              <a:defRPr/>
            </a:lvl1pPr>
            <a:lvl2pPr lvl="1" algn="ctr">
              <a:spcBef>
                <a:spcPts val="0"/>
              </a:spcBef>
              <a:spcAft>
                <a:spcPts val="0"/>
              </a:spcAft>
              <a:buClr>
                <a:schemeClr val="dk1"/>
              </a:buClr>
              <a:buSzPts val="3000"/>
              <a:buFont typeface="STIX Two Text SemiBold"/>
              <a:buNone/>
              <a:defRPr/>
            </a:lvl2pPr>
            <a:lvl3pPr lvl="2" algn="ctr">
              <a:spcBef>
                <a:spcPts val="0"/>
              </a:spcBef>
              <a:spcAft>
                <a:spcPts val="0"/>
              </a:spcAft>
              <a:buClr>
                <a:schemeClr val="dk1"/>
              </a:buClr>
              <a:buSzPts val="3000"/>
              <a:buFont typeface="STIX Two Text SemiBold"/>
              <a:buNone/>
              <a:defRPr/>
            </a:lvl3pPr>
            <a:lvl4pPr lvl="3" algn="ctr">
              <a:spcBef>
                <a:spcPts val="0"/>
              </a:spcBef>
              <a:spcAft>
                <a:spcPts val="0"/>
              </a:spcAft>
              <a:buClr>
                <a:schemeClr val="dk1"/>
              </a:buClr>
              <a:buSzPts val="3000"/>
              <a:buFont typeface="STIX Two Text SemiBold"/>
              <a:buNone/>
              <a:defRPr/>
            </a:lvl4pPr>
            <a:lvl5pPr lvl="4" algn="ctr">
              <a:spcBef>
                <a:spcPts val="0"/>
              </a:spcBef>
              <a:spcAft>
                <a:spcPts val="0"/>
              </a:spcAft>
              <a:buClr>
                <a:schemeClr val="dk1"/>
              </a:buClr>
              <a:buSzPts val="3000"/>
              <a:buFont typeface="STIX Two Text SemiBold"/>
              <a:buNone/>
              <a:defRPr/>
            </a:lvl5pPr>
            <a:lvl6pPr lvl="5" algn="ctr">
              <a:spcBef>
                <a:spcPts val="0"/>
              </a:spcBef>
              <a:spcAft>
                <a:spcPts val="0"/>
              </a:spcAft>
              <a:buClr>
                <a:schemeClr val="dk1"/>
              </a:buClr>
              <a:buSzPts val="3000"/>
              <a:buFont typeface="STIX Two Text SemiBold"/>
              <a:buNone/>
              <a:defRPr/>
            </a:lvl6pPr>
            <a:lvl7pPr lvl="6" algn="ctr">
              <a:spcBef>
                <a:spcPts val="0"/>
              </a:spcBef>
              <a:spcAft>
                <a:spcPts val="0"/>
              </a:spcAft>
              <a:buClr>
                <a:schemeClr val="dk1"/>
              </a:buClr>
              <a:buSzPts val="3000"/>
              <a:buFont typeface="STIX Two Text SemiBold"/>
              <a:buNone/>
              <a:defRPr/>
            </a:lvl7pPr>
            <a:lvl8pPr lvl="7" algn="ctr">
              <a:spcBef>
                <a:spcPts val="0"/>
              </a:spcBef>
              <a:spcAft>
                <a:spcPts val="0"/>
              </a:spcAft>
              <a:buClr>
                <a:schemeClr val="dk1"/>
              </a:buClr>
              <a:buSzPts val="3000"/>
              <a:buFont typeface="STIX Two Text SemiBold"/>
              <a:buNone/>
              <a:defRPr/>
            </a:lvl8pPr>
            <a:lvl9pPr lvl="8" algn="ctr">
              <a:spcBef>
                <a:spcPts val="0"/>
              </a:spcBef>
              <a:spcAft>
                <a:spcPts val="0"/>
              </a:spcAft>
              <a:buClr>
                <a:schemeClr val="dk1"/>
              </a:buClr>
              <a:buSzPts val="3000"/>
              <a:buFont typeface="STIX Two Text SemiBold"/>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text and image with footer" type="tx">
  <p:cSld name="TITLE_AND_BODY">
    <p:spTree>
      <p:nvGrpSpPr>
        <p:cNvPr id="417" name="Shape 417"/>
        <p:cNvGrpSpPr/>
        <p:nvPr/>
      </p:nvGrpSpPr>
      <p:grpSpPr>
        <a:xfrm>
          <a:off x="0" y="0"/>
          <a:ext cx="0" cy="0"/>
          <a:chOff x="0" y="0"/>
          <a:chExt cx="0" cy="0"/>
        </a:xfrm>
      </p:grpSpPr>
      <p:grpSp>
        <p:nvGrpSpPr>
          <p:cNvPr id="418" name="Google Shape;418;p41"/>
          <p:cNvGrpSpPr/>
          <p:nvPr/>
        </p:nvGrpSpPr>
        <p:grpSpPr>
          <a:xfrm>
            <a:off x="0" y="0"/>
            <a:ext cx="9144000" cy="4974501"/>
            <a:chOff x="0" y="0"/>
            <a:chExt cx="9144000" cy="4974501"/>
          </a:xfrm>
        </p:grpSpPr>
        <p:sp>
          <p:nvSpPr>
            <p:cNvPr id="419" name="Google Shape;419;p41"/>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41"/>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1" name="Google Shape;42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22" name="Google Shape;422;p41"/>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23" name="Google Shape;423;p41"/>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24" name="Google Shape;424;p41"/>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25" name="Google Shape;425;p41"/>
          <p:cNvSpPr txBox="1"/>
          <p:nvPr>
            <p:ph idx="3" type="subTitle"/>
          </p:nvPr>
        </p:nvSpPr>
        <p:spPr>
          <a:xfrm>
            <a:off x="457200"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26" name="Google Shape;426;p41"/>
          <p:cNvSpPr/>
          <p:nvPr>
            <p:ph idx="4" type="pic"/>
          </p:nvPr>
        </p:nvSpPr>
        <p:spPr>
          <a:xfrm>
            <a:off x="630200" y="860275"/>
            <a:ext cx="2124300" cy="1311600"/>
          </a:xfrm>
          <a:prstGeom prst="rect">
            <a:avLst/>
          </a:prstGeom>
          <a:noFill/>
          <a:ln>
            <a:noFill/>
          </a:ln>
        </p:spPr>
      </p:sp>
      <p:sp>
        <p:nvSpPr>
          <p:cNvPr id="427" name="Google Shape;427;p41"/>
          <p:cNvSpPr txBox="1"/>
          <p:nvPr>
            <p:ph idx="5" type="body"/>
          </p:nvPr>
        </p:nvSpPr>
        <p:spPr>
          <a:xfrm>
            <a:off x="548700"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
        <p:nvSpPr>
          <p:cNvPr id="428" name="Google Shape;428;p41"/>
          <p:cNvSpPr txBox="1"/>
          <p:nvPr>
            <p:ph idx="6" type="subTitle"/>
          </p:nvPr>
        </p:nvSpPr>
        <p:spPr>
          <a:xfrm>
            <a:off x="548700"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429" name="Google Shape;429;p41"/>
          <p:cNvSpPr txBox="1"/>
          <p:nvPr>
            <p:ph idx="7" type="subTitle"/>
          </p:nvPr>
        </p:nvSpPr>
        <p:spPr>
          <a:xfrm>
            <a:off x="3319200"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30" name="Google Shape;430;p41"/>
          <p:cNvSpPr/>
          <p:nvPr>
            <p:ph idx="8" type="pic"/>
          </p:nvPr>
        </p:nvSpPr>
        <p:spPr>
          <a:xfrm>
            <a:off x="3492200" y="860275"/>
            <a:ext cx="2124300" cy="1311600"/>
          </a:xfrm>
          <a:prstGeom prst="rect">
            <a:avLst/>
          </a:prstGeom>
          <a:noFill/>
          <a:ln>
            <a:noFill/>
          </a:ln>
        </p:spPr>
      </p:sp>
      <p:sp>
        <p:nvSpPr>
          <p:cNvPr id="431" name="Google Shape;431;p41"/>
          <p:cNvSpPr txBox="1"/>
          <p:nvPr>
            <p:ph idx="9" type="subTitle"/>
          </p:nvPr>
        </p:nvSpPr>
        <p:spPr>
          <a:xfrm>
            <a:off x="3410700"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432" name="Google Shape;432;p41"/>
          <p:cNvSpPr txBox="1"/>
          <p:nvPr>
            <p:ph idx="13" type="subTitle"/>
          </p:nvPr>
        </p:nvSpPr>
        <p:spPr>
          <a:xfrm>
            <a:off x="6181175"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33" name="Google Shape;433;p41"/>
          <p:cNvSpPr txBox="1"/>
          <p:nvPr>
            <p:ph idx="14" type="body"/>
          </p:nvPr>
        </p:nvSpPr>
        <p:spPr>
          <a:xfrm>
            <a:off x="6272675" y="860275"/>
            <a:ext cx="2414100" cy="311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4" name="Google Shape;434;p41"/>
          <p:cNvSpPr txBox="1"/>
          <p:nvPr>
            <p:ph idx="15" type="body"/>
          </p:nvPr>
        </p:nvSpPr>
        <p:spPr>
          <a:xfrm>
            <a:off x="3410700"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a:solidFill>
                  <a:schemeClr val="accent1"/>
                </a:solidFill>
              </a:defRPr>
            </a:lvl1pPr>
            <a:lvl2pPr indent="-304800" lvl="1" marL="914400">
              <a:spcBef>
                <a:spcPts val="0"/>
              </a:spcBef>
              <a:spcAft>
                <a:spcPts val="0"/>
              </a:spcAft>
              <a:buClr>
                <a:schemeClr val="accent1"/>
              </a:buClr>
              <a:buSzPts val="1200"/>
              <a:buChar char="○"/>
              <a:defRPr>
                <a:solidFill>
                  <a:schemeClr val="accent1"/>
                </a:solidFill>
              </a:defRPr>
            </a:lvl2pPr>
            <a:lvl3pPr indent="-304800" lvl="2" marL="1371600">
              <a:spcBef>
                <a:spcPts val="0"/>
              </a:spcBef>
              <a:spcAft>
                <a:spcPts val="0"/>
              </a:spcAft>
              <a:buClr>
                <a:schemeClr val="accent1"/>
              </a:buClr>
              <a:buSzPts val="1200"/>
              <a:buChar char="■"/>
              <a:defRPr>
                <a:solidFill>
                  <a:schemeClr val="accent1"/>
                </a:solidFill>
              </a:defRPr>
            </a:lvl3pPr>
            <a:lvl4pPr indent="-304800" lvl="3" marL="1828800">
              <a:spcBef>
                <a:spcPts val="0"/>
              </a:spcBef>
              <a:spcAft>
                <a:spcPts val="0"/>
              </a:spcAft>
              <a:buClr>
                <a:schemeClr val="accent1"/>
              </a:buClr>
              <a:buSzPts val="1200"/>
              <a:buChar char="●"/>
              <a:defRPr>
                <a:solidFill>
                  <a:schemeClr val="accent1"/>
                </a:solidFill>
              </a:defRPr>
            </a:lvl4pPr>
            <a:lvl5pPr indent="-304800" lvl="4" marL="2286000">
              <a:spcBef>
                <a:spcPts val="0"/>
              </a:spcBef>
              <a:spcAft>
                <a:spcPts val="0"/>
              </a:spcAft>
              <a:buClr>
                <a:schemeClr val="accent1"/>
              </a:buClr>
              <a:buSzPts val="1200"/>
              <a:buChar char="○"/>
              <a:defRPr>
                <a:solidFill>
                  <a:schemeClr val="accent1"/>
                </a:solidFill>
              </a:defRPr>
            </a:lvl5pPr>
            <a:lvl6pPr indent="-304800" lvl="5" marL="2743200">
              <a:spcBef>
                <a:spcPts val="0"/>
              </a:spcBef>
              <a:spcAft>
                <a:spcPts val="0"/>
              </a:spcAft>
              <a:buClr>
                <a:schemeClr val="accent1"/>
              </a:buClr>
              <a:buSzPts val="1200"/>
              <a:buChar char="■"/>
              <a:defRPr>
                <a:solidFill>
                  <a:schemeClr val="accent1"/>
                </a:solidFill>
              </a:defRPr>
            </a:lvl6pPr>
            <a:lvl7pPr indent="-304800" lvl="6" marL="3200400">
              <a:spcBef>
                <a:spcPts val="0"/>
              </a:spcBef>
              <a:spcAft>
                <a:spcPts val="0"/>
              </a:spcAft>
              <a:buClr>
                <a:schemeClr val="accent1"/>
              </a:buClr>
              <a:buSzPts val="1200"/>
              <a:buChar char="●"/>
              <a:defRPr>
                <a:solidFill>
                  <a:schemeClr val="accent1"/>
                </a:solidFill>
              </a:defRPr>
            </a:lvl7pPr>
            <a:lvl8pPr indent="-304800" lvl="7" marL="3657600">
              <a:spcBef>
                <a:spcPts val="0"/>
              </a:spcBef>
              <a:spcAft>
                <a:spcPts val="0"/>
              </a:spcAft>
              <a:buClr>
                <a:schemeClr val="accent1"/>
              </a:buClr>
              <a:buSzPts val="1200"/>
              <a:buChar char="○"/>
              <a:defRPr>
                <a:solidFill>
                  <a:schemeClr val="accent1"/>
                </a:solidFill>
              </a:defRPr>
            </a:lvl8pPr>
            <a:lvl9pPr indent="-304800" lvl="8" marL="4114800">
              <a:spcBef>
                <a:spcPts val="0"/>
              </a:spcBef>
              <a:spcAft>
                <a:spcPts val="0"/>
              </a:spcAft>
              <a:buClr>
                <a:schemeClr val="accent1"/>
              </a:buClr>
              <a:buSzPts val="1200"/>
              <a:buChar char="■"/>
              <a:defRPr>
                <a:solidFill>
                  <a:schemeClr val="accen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bookmarks">
  <p:cSld name="TITLE_AND_BODY_1">
    <p:spTree>
      <p:nvGrpSpPr>
        <p:cNvPr id="435" name="Shape 435"/>
        <p:cNvGrpSpPr/>
        <p:nvPr/>
      </p:nvGrpSpPr>
      <p:grpSpPr>
        <a:xfrm>
          <a:off x="0" y="0"/>
          <a:ext cx="0" cy="0"/>
          <a:chOff x="0" y="0"/>
          <a:chExt cx="0" cy="0"/>
        </a:xfrm>
      </p:grpSpPr>
      <p:grpSp>
        <p:nvGrpSpPr>
          <p:cNvPr id="436" name="Google Shape;436;p42"/>
          <p:cNvGrpSpPr/>
          <p:nvPr/>
        </p:nvGrpSpPr>
        <p:grpSpPr>
          <a:xfrm>
            <a:off x="0" y="0"/>
            <a:ext cx="9144000" cy="4974501"/>
            <a:chOff x="0" y="0"/>
            <a:chExt cx="9144000" cy="4974501"/>
          </a:xfrm>
        </p:grpSpPr>
        <p:sp>
          <p:nvSpPr>
            <p:cNvPr id="437" name="Google Shape;437;p42"/>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p42"/>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39" name="Google Shape;439;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40" name="Google Shape;440;p42"/>
          <p:cNvGrpSpPr/>
          <p:nvPr/>
        </p:nvGrpSpPr>
        <p:grpSpPr>
          <a:xfrm>
            <a:off x="457125" y="0"/>
            <a:ext cx="2505690" cy="4469981"/>
            <a:chOff x="457125" y="0"/>
            <a:chExt cx="2505690" cy="4469981"/>
          </a:xfrm>
        </p:grpSpPr>
        <p:sp>
          <p:nvSpPr>
            <p:cNvPr id="441" name="Google Shape;441;p42"/>
            <p:cNvSpPr/>
            <p:nvPr/>
          </p:nvSpPr>
          <p:spPr>
            <a:xfrm>
              <a:off x="457125" y="0"/>
              <a:ext cx="2505600" cy="3952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2"/>
            <p:cNvSpPr/>
            <p:nvPr/>
          </p:nvSpPr>
          <p:spPr>
            <a:xfrm rot="-5400000">
              <a:off x="1164015" y="2671181"/>
              <a:ext cx="1092000" cy="2505600"/>
            </a:xfrm>
            <a:prstGeom prst="chevron">
              <a:avLst>
                <a:gd fmla="val 3095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43" name="Google Shape;443;p42"/>
          <p:cNvGrpSpPr/>
          <p:nvPr/>
        </p:nvGrpSpPr>
        <p:grpSpPr>
          <a:xfrm>
            <a:off x="3319150" y="0"/>
            <a:ext cx="2505690" cy="4469981"/>
            <a:chOff x="457125" y="0"/>
            <a:chExt cx="2505690" cy="4469981"/>
          </a:xfrm>
        </p:grpSpPr>
        <p:sp>
          <p:nvSpPr>
            <p:cNvPr id="444" name="Google Shape;444;p42"/>
            <p:cNvSpPr/>
            <p:nvPr/>
          </p:nvSpPr>
          <p:spPr>
            <a:xfrm>
              <a:off x="457125" y="0"/>
              <a:ext cx="2505600" cy="3952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2"/>
            <p:cNvSpPr/>
            <p:nvPr/>
          </p:nvSpPr>
          <p:spPr>
            <a:xfrm rot="-5400000">
              <a:off x="1164015" y="2671181"/>
              <a:ext cx="1092000" cy="2505600"/>
            </a:xfrm>
            <a:prstGeom prst="chevron">
              <a:avLst>
                <a:gd fmla="val 3095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46" name="Google Shape;446;p42"/>
          <p:cNvGrpSpPr/>
          <p:nvPr/>
        </p:nvGrpSpPr>
        <p:grpSpPr>
          <a:xfrm>
            <a:off x="6181175" y="0"/>
            <a:ext cx="2505690" cy="4469981"/>
            <a:chOff x="457125" y="0"/>
            <a:chExt cx="2505690" cy="4469981"/>
          </a:xfrm>
        </p:grpSpPr>
        <p:sp>
          <p:nvSpPr>
            <p:cNvPr id="447" name="Google Shape;447;p42"/>
            <p:cNvSpPr/>
            <p:nvPr/>
          </p:nvSpPr>
          <p:spPr>
            <a:xfrm>
              <a:off x="457125" y="0"/>
              <a:ext cx="2505600" cy="3952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2"/>
            <p:cNvSpPr/>
            <p:nvPr/>
          </p:nvSpPr>
          <p:spPr>
            <a:xfrm rot="-5400000">
              <a:off x="1164015" y="2671181"/>
              <a:ext cx="1092000" cy="2505600"/>
            </a:xfrm>
            <a:prstGeom prst="chevron">
              <a:avLst>
                <a:gd fmla="val 3095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9" name="Google Shape;449;p42"/>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50" name="Google Shape;450;p42"/>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51" name="Google Shape;451;p42"/>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52" name="Google Shape;452;p42"/>
          <p:cNvSpPr txBox="1"/>
          <p:nvPr>
            <p:ph idx="3" type="subTitle"/>
          </p:nvPr>
        </p:nvSpPr>
        <p:spPr>
          <a:xfrm>
            <a:off x="457200"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53" name="Google Shape;453;p42"/>
          <p:cNvSpPr/>
          <p:nvPr>
            <p:ph idx="4" type="pic"/>
          </p:nvPr>
        </p:nvSpPr>
        <p:spPr>
          <a:xfrm>
            <a:off x="630200" y="860275"/>
            <a:ext cx="2124300" cy="1311600"/>
          </a:xfrm>
          <a:prstGeom prst="rect">
            <a:avLst/>
          </a:prstGeom>
          <a:noFill/>
          <a:ln>
            <a:noFill/>
          </a:ln>
        </p:spPr>
      </p:sp>
      <p:sp>
        <p:nvSpPr>
          <p:cNvPr id="454" name="Google Shape;454;p42"/>
          <p:cNvSpPr txBox="1"/>
          <p:nvPr>
            <p:ph idx="5" type="body"/>
          </p:nvPr>
        </p:nvSpPr>
        <p:spPr>
          <a:xfrm>
            <a:off x="548700"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5" name="Google Shape;455;p42"/>
          <p:cNvSpPr txBox="1"/>
          <p:nvPr>
            <p:ph idx="6" type="subTitle"/>
          </p:nvPr>
        </p:nvSpPr>
        <p:spPr>
          <a:xfrm>
            <a:off x="548650"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456" name="Google Shape;456;p42"/>
          <p:cNvSpPr txBox="1"/>
          <p:nvPr>
            <p:ph idx="7" type="subTitle"/>
          </p:nvPr>
        </p:nvSpPr>
        <p:spPr>
          <a:xfrm>
            <a:off x="3319225"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57" name="Google Shape;457;p42"/>
          <p:cNvSpPr/>
          <p:nvPr>
            <p:ph idx="8" type="pic"/>
          </p:nvPr>
        </p:nvSpPr>
        <p:spPr>
          <a:xfrm>
            <a:off x="3492225" y="860275"/>
            <a:ext cx="2124300" cy="1311600"/>
          </a:xfrm>
          <a:prstGeom prst="rect">
            <a:avLst/>
          </a:prstGeom>
          <a:noFill/>
          <a:ln>
            <a:noFill/>
          </a:ln>
        </p:spPr>
      </p:sp>
      <p:sp>
        <p:nvSpPr>
          <p:cNvPr id="458" name="Google Shape;458;p42"/>
          <p:cNvSpPr txBox="1"/>
          <p:nvPr>
            <p:ph idx="9" type="subTitle"/>
          </p:nvPr>
        </p:nvSpPr>
        <p:spPr>
          <a:xfrm>
            <a:off x="3410725"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459" name="Google Shape;459;p42"/>
          <p:cNvSpPr txBox="1"/>
          <p:nvPr>
            <p:ph idx="13" type="subTitle"/>
          </p:nvPr>
        </p:nvSpPr>
        <p:spPr>
          <a:xfrm>
            <a:off x="6181250" y="332425"/>
            <a:ext cx="2505600" cy="282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460" name="Google Shape;460;p42"/>
          <p:cNvSpPr/>
          <p:nvPr>
            <p:ph idx="14" type="pic"/>
          </p:nvPr>
        </p:nvSpPr>
        <p:spPr>
          <a:xfrm>
            <a:off x="6354250" y="860275"/>
            <a:ext cx="2124300" cy="1311600"/>
          </a:xfrm>
          <a:prstGeom prst="rect">
            <a:avLst/>
          </a:prstGeom>
          <a:noFill/>
          <a:ln>
            <a:noFill/>
          </a:ln>
        </p:spPr>
      </p:sp>
      <p:sp>
        <p:nvSpPr>
          <p:cNvPr id="461" name="Google Shape;461;p42"/>
          <p:cNvSpPr txBox="1"/>
          <p:nvPr>
            <p:ph idx="15" type="body"/>
          </p:nvPr>
        </p:nvSpPr>
        <p:spPr>
          <a:xfrm>
            <a:off x="6272750"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2" name="Google Shape;462;p42"/>
          <p:cNvSpPr txBox="1"/>
          <p:nvPr>
            <p:ph idx="16" type="subTitle"/>
          </p:nvPr>
        </p:nvSpPr>
        <p:spPr>
          <a:xfrm>
            <a:off x="6272750" y="2171875"/>
            <a:ext cx="2322600" cy="259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1pPr>
            <a:lvl2pPr lvl="1"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2pPr>
            <a:lvl3pPr lvl="2"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3pPr>
            <a:lvl4pPr lvl="3"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4pPr>
            <a:lvl5pPr lvl="4"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5pPr>
            <a:lvl6pPr lvl="5"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6pPr>
            <a:lvl7pPr lvl="6"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7pPr>
            <a:lvl8pPr lvl="7"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8pPr>
            <a:lvl9pPr lvl="8" algn="l">
              <a:spcBef>
                <a:spcPts val="0"/>
              </a:spcBef>
              <a:spcAft>
                <a:spcPts val="0"/>
              </a:spcAft>
              <a:buSzPts val="1400"/>
              <a:buFont typeface="STIX Two Text SemiBold"/>
              <a:buNone/>
              <a:defRPr>
                <a:latin typeface="STIX Two Text SemiBold"/>
                <a:ea typeface="STIX Two Text SemiBold"/>
                <a:cs typeface="STIX Two Text SemiBold"/>
                <a:sym typeface="STIX Two Text SemiBold"/>
              </a:defRPr>
            </a:lvl9pPr>
          </a:lstStyle>
          <a:p/>
        </p:txBody>
      </p:sp>
      <p:sp>
        <p:nvSpPr>
          <p:cNvPr id="463" name="Google Shape;463;p42"/>
          <p:cNvSpPr txBox="1"/>
          <p:nvPr>
            <p:ph idx="17" type="body"/>
          </p:nvPr>
        </p:nvSpPr>
        <p:spPr>
          <a:xfrm>
            <a:off x="3410725" y="2605672"/>
            <a:ext cx="2322600" cy="136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mparison" type="twoColTx">
  <p:cSld name="TITLE_AND_TWO_COLUMNS">
    <p:spTree>
      <p:nvGrpSpPr>
        <p:cNvPr id="464" name="Shape 464"/>
        <p:cNvGrpSpPr/>
        <p:nvPr/>
      </p:nvGrpSpPr>
      <p:grpSpPr>
        <a:xfrm>
          <a:off x="0" y="0"/>
          <a:ext cx="0" cy="0"/>
          <a:chOff x="0" y="0"/>
          <a:chExt cx="0" cy="0"/>
        </a:xfrm>
      </p:grpSpPr>
      <p:grpSp>
        <p:nvGrpSpPr>
          <p:cNvPr id="465" name="Google Shape;465;p43"/>
          <p:cNvGrpSpPr/>
          <p:nvPr/>
        </p:nvGrpSpPr>
        <p:grpSpPr>
          <a:xfrm>
            <a:off x="0" y="455100"/>
            <a:ext cx="9144000" cy="4519401"/>
            <a:chOff x="0" y="455100"/>
            <a:chExt cx="9144000" cy="4519401"/>
          </a:xfrm>
        </p:grpSpPr>
        <p:sp>
          <p:nvSpPr>
            <p:cNvPr id="466" name="Google Shape;466;p43"/>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 name="Google Shape;467;p43"/>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 name="Google Shape;468;p43"/>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69" name="Google Shape;469;p43"/>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70" name="Google Shape;470;p43"/>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71" name="Google Shape;471;p43"/>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72" name="Google Shape;472;p43"/>
          <p:cNvSpPr txBox="1"/>
          <p:nvPr>
            <p:ph idx="3" type="subTitle"/>
          </p:nvPr>
        </p:nvSpPr>
        <p:spPr>
          <a:xfrm rot="-5400000">
            <a:off x="-1577350" y="2403575"/>
            <a:ext cx="4226400" cy="33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3" name="Google Shape;473;p43"/>
          <p:cNvSpPr txBox="1"/>
          <p:nvPr>
            <p:ph type="title"/>
          </p:nvPr>
        </p:nvSpPr>
        <p:spPr>
          <a:xfrm>
            <a:off x="1218500" y="930550"/>
            <a:ext cx="3025500" cy="48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4" name="Google Shape;474;p43"/>
          <p:cNvSpPr txBox="1"/>
          <p:nvPr>
            <p:ph idx="4" type="title"/>
          </p:nvPr>
        </p:nvSpPr>
        <p:spPr>
          <a:xfrm>
            <a:off x="4900025" y="930550"/>
            <a:ext cx="3025500" cy="48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43"/>
          <p:cNvSpPr txBox="1"/>
          <p:nvPr>
            <p:ph idx="5" type="subTitle"/>
          </p:nvPr>
        </p:nvSpPr>
        <p:spPr>
          <a:xfrm>
            <a:off x="2404500" y="1572850"/>
            <a:ext cx="4335300" cy="38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43"/>
          <p:cNvSpPr txBox="1"/>
          <p:nvPr>
            <p:ph idx="6" type="body"/>
          </p:nvPr>
        </p:nvSpPr>
        <p:spPr>
          <a:xfrm>
            <a:off x="2404375" y="1956725"/>
            <a:ext cx="4335300" cy="6237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477" name="Google Shape;477;p43"/>
          <p:cNvSpPr txBox="1"/>
          <p:nvPr>
            <p:ph idx="7" type="title"/>
          </p:nvPr>
        </p:nvSpPr>
        <p:spPr>
          <a:xfrm>
            <a:off x="1218500" y="2679600"/>
            <a:ext cx="3025500" cy="48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8" name="Google Shape;478;p43"/>
          <p:cNvSpPr txBox="1"/>
          <p:nvPr>
            <p:ph idx="8" type="title"/>
          </p:nvPr>
        </p:nvSpPr>
        <p:spPr>
          <a:xfrm>
            <a:off x="4900025" y="2679600"/>
            <a:ext cx="3025500" cy="48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9" name="Google Shape;479;p43"/>
          <p:cNvSpPr txBox="1"/>
          <p:nvPr>
            <p:ph idx="9" type="subTitle"/>
          </p:nvPr>
        </p:nvSpPr>
        <p:spPr>
          <a:xfrm>
            <a:off x="2404500" y="3321900"/>
            <a:ext cx="4335300" cy="38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43"/>
          <p:cNvSpPr txBox="1"/>
          <p:nvPr>
            <p:ph idx="13" type="body"/>
          </p:nvPr>
        </p:nvSpPr>
        <p:spPr>
          <a:xfrm>
            <a:off x="2404375" y="3705777"/>
            <a:ext cx="4335300" cy="6237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comparison">
  <p:cSld name="TITLE_AND_TWO_COLUMNS_1">
    <p:spTree>
      <p:nvGrpSpPr>
        <p:cNvPr id="481" name="Shape 481"/>
        <p:cNvGrpSpPr/>
        <p:nvPr/>
      </p:nvGrpSpPr>
      <p:grpSpPr>
        <a:xfrm>
          <a:off x="0" y="0"/>
          <a:ext cx="0" cy="0"/>
          <a:chOff x="0" y="0"/>
          <a:chExt cx="0" cy="0"/>
        </a:xfrm>
      </p:grpSpPr>
      <p:grpSp>
        <p:nvGrpSpPr>
          <p:cNvPr id="482" name="Google Shape;482;p44"/>
          <p:cNvGrpSpPr/>
          <p:nvPr/>
        </p:nvGrpSpPr>
        <p:grpSpPr>
          <a:xfrm>
            <a:off x="0" y="455100"/>
            <a:ext cx="9144000" cy="4519401"/>
            <a:chOff x="0" y="455100"/>
            <a:chExt cx="9144000" cy="4519401"/>
          </a:xfrm>
        </p:grpSpPr>
        <p:sp>
          <p:nvSpPr>
            <p:cNvPr id="483" name="Google Shape;483;p44"/>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44"/>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44"/>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86" name="Google Shape;486;p44"/>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487" name="Google Shape;487;p44"/>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488" name="Google Shape;488;p44"/>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489" name="Google Shape;489;p44"/>
          <p:cNvSpPr txBox="1"/>
          <p:nvPr>
            <p:ph idx="3" type="subTitle"/>
          </p:nvPr>
        </p:nvSpPr>
        <p:spPr>
          <a:xfrm rot="-5400000">
            <a:off x="-1577350" y="2403575"/>
            <a:ext cx="4226400" cy="336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0" name="Google Shape;490;p44"/>
          <p:cNvSpPr txBox="1"/>
          <p:nvPr>
            <p:ph type="title"/>
          </p:nvPr>
        </p:nvSpPr>
        <p:spPr>
          <a:xfrm>
            <a:off x="1218500" y="1770750"/>
            <a:ext cx="3025500" cy="6237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91" name="Google Shape;491;p44"/>
          <p:cNvSpPr txBox="1"/>
          <p:nvPr>
            <p:ph idx="4" type="title"/>
          </p:nvPr>
        </p:nvSpPr>
        <p:spPr>
          <a:xfrm>
            <a:off x="1218500" y="2749050"/>
            <a:ext cx="3025500" cy="623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92" name="Google Shape;492;p44"/>
          <p:cNvSpPr txBox="1"/>
          <p:nvPr>
            <p:ph idx="5" type="subTitle"/>
          </p:nvPr>
        </p:nvSpPr>
        <p:spPr>
          <a:xfrm>
            <a:off x="1218550" y="2457900"/>
            <a:ext cx="3025500" cy="227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44"/>
          <p:cNvSpPr txBox="1"/>
          <p:nvPr>
            <p:ph idx="6" type="subTitle"/>
          </p:nvPr>
        </p:nvSpPr>
        <p:spPr>
          <a:xfrm>
            <a:off x="4829450" y="1469400"/>
            <a:ext cx="3961800" cy="3765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4" name="Google Shape;494;p44"/>
          <p:cNvSpPr txBox="1"/>
          <p:nvPr>
            <p:ph idx="7" type="body"/>
          </p:nvPr>
        </p:nvSpPr>
        <p:spPr>
          <a:xfrm>
            <a:off x="4829450" y="2001499"/>
            <a:ext cx="3961800" cy="19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with footer">
  <p:cSld name="TITLE_AND_TWO_COLUMNS_1_1">
    <p:spTree>
      <p:nvGrpSpPr>
        <p:cNvPr id="495" name="Shape 495"/>
        <p:cNvGrpSpPr/>
        <p:nvPr/>
      </p:nvGrpSpPr>
      <p:grpSpPr>
        <a:xfrm>
          <a:off x="0" y="0"/>
          <a:ext cx="0" cy="0"/>
          <a:chOff x="0" y="0"/>
          <a:chExt cx="0" cy="0"/>
        </a:xfrm>
      </p:grpSpPr>
      <p:grpSp>
        <p:nvGrpSpPr>
          <p:cNvPr id="496" name="Google Shape;496;p45"/>
          <p:cNvGrpSpPr/>
          <p:nvPr/>
        </p:nvGrpSpPr>
        <p:grpSpPr>
          <a:xfrm>
            <a:off x="0" y="455100"/>
            <a:ext cx="9144000" cy="4519401"/>
            <a:chOff x="0" y="455100"/>
            <a:chExt cx="9144000" cy="4519401"/>
          </a:xfrm>
        </p:grpSpPr>
        <p:sp>
          <p:nvSpPr>
            <p:cNvPr id="497" name="Google Shape;497;p45"/>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45"/>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45"/>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00" name="Google Shape;500;p45"/>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01" name="Google Shape;501;p45"/>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502" name="Google Shape;502;p45"/>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503" name="Google Shape;503;p45"/>
          <p:cNvSpPr txBox="1"/>
          <p:nvPr>
            <p:ph type="ctrTitle"/>
          </p:nvPr>
        </p:nvSpPr>
        <p:spPr>
          <a:xfrm>
            <a:off x="352550" y="2171700"/>
            <a:ext cx="3219900" cy="8001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STIX Two Text SemiBold"/>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4" name="Google Shape;504;p45"/>
          <p:cNvSpPr txBox="1"/>
          <p:nvPr>
            <p:ph idx="3" type="subTitle"/>
          </p:nvPr>
        </p:nvSpPr>
        <p:spPr>
          <a:xfrm>
            <a:off x="4829450" y="1625000"/>
            <a:ext cx="39618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5" name="Google Shape;505;p45"/>
          <p:cNvSpPr txBox="1"/>
          <p:nvPr>
            <p:ph idx="4" type="body"/>
          </p:nvPr>
        </p:nvSpPr>
        <p:spPr>
          <a:xfrm>
            <a:off x="4829450" y="2001499"/>
            <a:ext cx="3961800" cy="19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TWO_COLUMNS_1_1_1">
    <p:spTree>
      <p:nvGrpSpPr>
        <p:cNvPr id="506" name="Shape 506"/>
        <p:cNvGrpSpPr/>
        <p:nvPr/>
      </p:nvGrpSpPr>
      <p:grpSpPr>
        <a:xfrm>
          <a:off x="0" y="0"/>
          <a:ext cx="0" cy="0"/>
          <a:chOff x="0" y="0"/>
          <a:chExt cx="0" cy="0"/>
        </a:xfrm>
      </p:grpSpPr>
      <p:grpSp>
        <p:nvGrpSpPr>
          <p:cNvPr id="507" name="Google Shape;507;p46"/>
          <p:cNvGrpSpPr/>
          <p:nvPr/>
        </p:nvGrpSpPr>
        <p:grpSpPr>
          <a:xfrm>
            <a:off x="0" y="455100"/>
            <a:ext cx="9144000" cy="4519401"/>
            <a:chOff x="0" y="455100"/>
            <a:chExt cx="9144000" cy="4519401"/>
          </a:xfrm>
        </p:grpSpPr>
        <p:sp>
          <p:nvSpPr>
            <p:cNvPr id="508" name="Google Shape;508;p46"/>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46"/>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46"/>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1" name="Google Shape;511;p46"/>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12" name="Google Shape;512;p46"/>
          <p:cNvSpPr txBox="1"/>
          <p:nvPr>
            <p:ph idx="1" type="subTitle"/>
          </p:nvPr>
        </p:nvSpPr>
        <p:spPr>
          <a:xfrm>
            <a:off x="4829450" y="1469400"/>
            <a:ext cx="3961800" cy="3765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3" name="Google Shape;513;p46"/>
          <p:cNvSpPr txBox="1"/>
          <p:nvPr>
            <p:ph idx="2" type="body"/>
          </p:nvPr>
        </p:nvSpPr>
        <p:spPr>
          <a:xfrm>
            <a:off x="4829450" y="2001499"/>
            <a:ext cx="3961800" cy="19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14" name="Google Shape;514;p46"/>
          <p:cNvSpPr txBox="1"/>
          <p:nvPr>
            <p:ph type="title"/>
          </p:nvPr>
        </p:nvSpPr>
        <p:spPr>
          <a:xfrm>
            <a:off x="311700" y="1555150"/>
            <a:ext cx="2896800" cy="2319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a:lvl1pPr>
            <a:lvl2pPr lvl="1">
              <a:spcBef>
                <a:spcPts val="0"/>
              </a:spcBef>
              <a:spcAft>
                <a:spcPts val="0"/>
              </a:spcAft>
              <a:buClr>
                <a:schemeClr val="dk1"/>
              </a:buClr>
              <a:buSzPts val="3000"/>
              <a:buFont typeface="STIX Two Text SemiBold"/>
              <a:buNone/>
              <a:defRPr/>
            </a:lvl2pPr>
            <a:lvl3pPr lvl="2">
              <a:spcBef>
                <a:spcPts val="0"/>
              </a:spcBef>
              <a:spcAft>
                <a:spcPts val="0"/>
              </a:spcAft>
              <a:buClr>
                <a:schemeClr val="dk1"/>
              </a:buClr>
              <a:buSzPts val="3000"/>
              <a:buFont typeface="STIX Two Text SemiBold"/>
              <a:buNone/>
              <a:defRPr/>
            </a:lvl3pPr>
            <a:lvl4pPr lvl="3">
              <a:spcBef>
                <a:spcPts val="0"/>
              </a:spcBef>
              <a:spcAft>
                <a:spcPts val="0"/>
              </a:spcAft>
              <a:buClr>
                <a:schemeClr val="dk1"/>
              </a:buClr>
              <a:buSzPts val="3000"/>
              <a:buFont typeface="STIX Two Text SemiBold"/>
              <a:buNone/>
              <a:defRPr/>
            </a:lvl4pPr>
            <a:lvl5pPr lvl="4">
              <a:spcBef>
                <a:spcPts val="0"/>
              </a:spcBef>
              <a:spcAft>
                <a:spcPts val="0"/>
              </a:spcAft>
              <a:buClr>
                <a:schemeClr val="dk1"/>
              </a:buClr>
              <a:buSzPts val="3000"/>
              <a:buFont typeface="STIX Two Text SemiBold"/>
              <a:buNone/>
              <a:defRPr/>
            </a:lvl5pPr>
            <a:lvl6pPr lvl="5">
              <a:spcBef>
                <a:spcPts val="0"/>
              </a:spcBef>
              <a:spcAft>
                <a:spcPts val="0"/>
              </a:spcAft>
              <a:buClr>
                <a:schemeClr val="dk1"/>
              </a:buClr>
              <a:buSzPts val="3000"/>
              <a:buFont typeface="STIX Two Text SemiBold"/>
              <a:buNone/>
              <a:defRPr/>
            </a:lvl6pPr>
            <a:lvl7pPr lvl="6">
              <a:spcBef>
                <a:spcPts val="0"/>
              </a:spcBef>
              <a:spcAft>
                <a:spcPts val="0"/>
              </a:spcAft>
              <a:buClr>
                <a:schemeClr val="dk1"/>
              </a:buClr>
              <a:buSzPts val="3000"/>
              <a:buFont typeface="STIX Two Text SemiBold"/>
              <a:buNone/>
              <a:defRPr/>
            </a:lvl7pPr>
            <a:lvl8pPr lvl="7">
              <a:spcBef>
                <a:spcPts val="0"/>
              </a:spcBef>
              <a:spcAft>
                <a:spcPts val="0"/>
              </a:spcAft>
              <a:buClr>
                <a:schemeClr val="dk1"/>
              </a:buClr>
              <a:buSzPts val="3000"/>
              <a:buFont typeface="STIX Two Text SemiBold"/>
              <a:buNone/>
              <a:defRPr/>
            </a:lvl8pPr>
            <a:lvl9pPr lvl="8">
              <a:spcBef>
                <a:spcPts val="0"/>
              </a:spcBef>
              <a:spcAft>
                <a:spcPts val="0"/>
              </a:spcAft>
              <a:buClr>
                <a:schemeClr val="dk1"/>
              </a:buClr>
              <a:buSzPts val="3000"/>
              <a:buFont typeface="STIX Two Text SemiBold"/>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oints timeline" type="titleOnly">
  <p:cSld name="TITLE_ONLY">
    <p:spTree>
      <p:nvGrpSpPr>
        <p:cNvPr id="515" name="Shape 515"/>
        <p:cNvGrpSpPr/>
        <p:nvPr/>
      </p:nvGrpSpPr>
      <p:grpSpPr>
        <a:xfrm>
          <a:off x="0" y="0"/>
          <a:ext cx="0" cy="0"/>
          <a:chOff x="0" y="0"/>
          <a:chExt cx="0" cy="0"/>
        </a:xfrm>
      </p:grpSpPr>
      <p:grpSp>
        <p:nvGrpSpPr>
          <p:cNvPr id="516" name="Google Shape;516;p47"/>
          <p:cNvGrpSpPr/>
          <p:nvPr/>
        </p:nvGrpSpPr>
        <p:grpSpPr>
          <a:xfrm>
            <a:off x="0" y="1"/>
            <a:ext cx="9144000" cy="4974501"/>
            <a:chOff x="0" y="0"/>
            <a:chExt cx="9144000" cy="4974501"/>
          </a:xfrm>
        </p:grpSpPr>
        <p:sp>
          <p:nvSpPr>
            <p:cNvPr id="517" name="Google Shape;517;p47"/>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8" name="Google Shape;518;p47"/>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9" name="Google Shape;519;p47"/>
          <p:cNvSpPr txBox="1"/>
          <p:nvPr>
            <p:ph idx="1" type="subTitle"/>
          </p:nvPr>
        </p:nvSpPr>
        <p:spPr>
          <a:xfrm>
            <a:off x="4118875" y="277175"/>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0" name="Google Shape;520;p47"/>
          <p:cNvSpPr txBox="1"/>
          <p:nvPr>
            <p:ph idx="2" type="body"/>
          </p:nvPr>
        </p:nvSpPr>
        <p:spPr>
          <a:xfrm>
            <a:off x="4118875" y="653675"/>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1" name="Google Shape;521;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2" name="Google Shape;522;p47"/>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23" name="Google Shape;523;p47"/>
          <p:cNvSpPr txBox="1"/>
          <p:nvPr>
            <p:ph idx="3"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524" name="Google Shape;524;p47"/>
          <p:cNvSpPr txBox="1"/>
          <p:nvPr>
            <p:ph idx="4"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525" name="Google Shape;525;p47"/>
          <p:cNvSpPr/>
          <p:nvPr/>
        </p:nvSpPr>
        <p:spPr>
          <a:xfrm>
            <a:off x="0" y="0"/>
            <a:ext cx="9143625" cy="4449575"/>
          </a:xfrm>
          <a:custGeom>
            <a:rect b="b" l="l" r="r" t="t"/>
            <a:pathLst>
              <a:path extrusionOk="0" h="177983" w="365745">
                <a:moveTo>
                  <a:pt x="0" y="177983"/>
                </a:moveTo>
                <a:lnTo>
                  <a:pt x="168557" y="177965"/>
                </a:lnTo>
                <a:lnTo>
                  <a:pt x="365745" y="0"/>
                </a:lnTo>
              </a:path>
            </a:pathLst>
          </a:custGeom>
          <a:noFill/>
          <a:ln cap="flat" cmpd="sng" w="38100">
            <a:solidFill>
              <a:schemeClr val="dk1"/>
            </a:solidFill>
            <a:prstDash val="solid"/>
            <a:round/>
            <a:headEnd len="med" w="med" type="none"/>
            <a:tailEnd len="med" w="med" type="none"/>
          </a:ln>
        </p:spPr>
      </p:sp>
      <p:sp>
        <p:nvSpPr>
          <p:cNvPr id="526" name="Google Shape;526;p47"/>
          <p:cNvSpPr txBox="1"/>
          <p:nvPr>
            <p:ph idx="5" type="body"/>
          </p:nvPr>
        </p:nvSpPr>
        <p:spPr>
          <a:xfrm>
            <a:off x="366100" y="34199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7" name="Google Shape;527;p47"/>
          <p:cNvSpPr txBox="1"/>
          <p:nvPr>
            <p:ph idx="6" type="subTitle"/>
          </p:nvPr>
        </p:nvSpPr>
        <p:spPr>
          <a:xfrm>
            <a:off x="2242500" y="1816000"/>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8" name="Google Shape;528;p47"/>
          <p:cNvSpPr txBox="1"/>
          <p:nvPr>
            <p:ph idx="7" type="body"/>
          </p:nvPr>
        </p:nvSpPr>
        <p:spPr>
          <a:xfrm>
            <a:off x="2242500" y="219250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29" name="Google Shape;529;p47"/>
          <p:cNvSpPr txBox="1"/>
          <p:nvPr>
            <p:ph idx="8" type="subTitle"/>
          </p:nvPr>
        </p:nvSpPr>
        <p:spPr>
          <a:xfrm>
            <a:off x="366100" y="3043450"/>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oints timeline">
  <p:cSld name="TITLE_ONLY_1">
    <p:spTree>
      <p:nvGrpSpPr>
        <p:cNvPr id="530" name="Shape 530"/>
        <p:cNvGrpSpPr/>
        <p:nvPr/>
      </p:nvGrpSpPr>
      <p:grpSpPr>
        <a:xfrm>
          <a:off x="0" y="0"/>
          <a:ext cx="0" cy="0"/>
          <a:chOff x="0" y="0"/>
          <a:chExt cx="0" cy="0"/>
        </a:xfrm>
      </p:grpSpPr>
      <p:grpSp>
        <p:nvGrpSpPr>
          <p:cNvPr id="531" name="Google Shape;531;p48"/>
          <p:cNvGrpSpPr/>
          <p:nvPr/>
        </p:nvGrpSpPr>
        <p:grpSpPr>
          <a:xfrm>
            <a:off x="0" y="1"/>
            <a:ext cx="9144000" cy="4974501"/>
            <a:chOff x="0" y="0"/>
            <a:chExt cx="9144000" cy="4974501"/>
          </a:xfrm>
        </p:grpSpPr>
        <p:sp>
          <p:nvSpPr>
            <p:cNvPr id="532" name="Google Shape;532;p48"/>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48"/>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34" name="Google Shape;534;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5" name="Google Shape;535;p48"/>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36" name="Google Shape;536;p48"/>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537" name="Google Shape;537;p48"/>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538" name="Google Shape;538;p48"/>
          <p:cNvSpPr txBox="1"/>
          <p:nvPr>
            <p:ph idx="3" type="subTitle"/>
          </p:nvPr>
        </p:nvSpPr>
        <p:spPr>
          <a:xfrm>
            <a:off x="4118875" y="277175"/>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9" name="Google Shape;539;p48"/>
          <p:cNvSpPr txBox="1"/>
          <p:nvPr>
            <p:ph idx="4" type="body"/>
          </p:nvPr>
        </p:nvSpPr>
        <p:spPr>
          <a:xfrm>
            <a:off x="4118875" y="653675"/>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40" name="Google Shape;540;p48"/>
          <p:cNvSpPr/>
          <p:nvPr/>
        </p:nvSpPr>
        <p:spPr>
          <a:xfrm flipH="1">
            <a:off x="0" y="0"/>
            <a:ext cx="9143625" cy="4449575"/>
          </a:xfrm>
          <a:custGeom>
            <a:rect b="b" l="l" r="r" t="t"/>
            <a:pathLst>
              <a:path extrusionOk="0" h="177983" w="365745">
                <a:moveTo>
                  <a:pt x="0" y="177983"/>
                </a:moveTo>
                <a:lnTo>
                  <a:pt x="168557" y="177965"/>
                </a:lnTo>
                <a:lnTo>
                  <a:pt x="365745" y="0"/>
                </a:lnTo>
              </a:path>
            </a:pathLst>
          </a:custGeom>
          <a:noFill/>
          <a:ln cap="flat" cmpd="sng" w="38100">
            <a:solidFill>
              <a:schemeClr val="dk1"/>
            </a:solidFill>
            <a:prstDash val="solid"/>
            <a:round/>
            <a:headEnd len="med" w="med" type="none"/>
            <a:tailEnd len="med" w="med" type="none"/>
          </a:ln>
        </p:spPr>
      </p:sp>
      <p:sp>
        <p:nvSpPr>
          <p:cNvPr id="541" name="Google Shape;541;p48"/>
          <p:cNvSpPr txBox="1"/>
          <p:nvPr>
            <p:ph idx="5" type="subTitle"/>
          </p:nvPr>
        </p:nvSpPr>
        <p:spPr>
          <a:xfrm>
            <a:off x="5953000" y="3043450"/>
            <a:ext cx="2924100" cy="376500"/>
          </a:xfrm>
          <a:prstGeom prst="rect">
            <a:avLst/>
          </a:prstGeom>
        </p:spPr>
        <p:txBody>
          <a:bodyPr anchorCtr="0" anchor="b"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2" name="Google Shape;542;p48"/>
          <p:cNvSpPr txBox="1"/>
          <p:nvPr>
            <p:ph idx="6" type="body"/>
          </p:nvPr>
        </p:nvSpPr>
        <p:spPr>
          <a:xfrm>
            <a:off x="5953000" y="34199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TITLE_ONLY_1_1">
    <p:spTree>
      <p:nvGrpSpPr>
        <p:cNvPr id="543" name="Shape 543"/>
        <p:cNvGrpSpPr/>
        <p:nvPr/>
      </p:nvGrpSpPr>
      <p:grpSpPr>
        <a:xfrm>
          <a:off x="0" y="0"/>
          <a:ext cx="0" cy="0"/>
          <a:chOff x="0" y="0"/>
          <a:chExt cx="0" cy="0"/>
        </a:xfrm>
      </p:grpSpPr>
      <p:grpSp>
        <p:nvGrpSpPr>
          <p:cNvPr id="544" name="Google Shape;544;p49"/>
          <p:cNvGrpSpPr/>
          <p:nvPr/>
        </p:nvGrpSpPr>
        <p:grpSpPr>
          <a:xfrm>
            <a:off x="0" y="1"/>
            <a:ext cx="9144000" cy="4974501"/>
            <a:chOff x="0" y="0"/>
            <a:chExt cx="9144000" cy="4974501"/>
          </a:xfrm>
        </p:grpSpPr>
        <p:sp>
          <p:nvSpPr>
            <p:cNvPr id="545" name="Google Shape;545;p49"/>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49"/>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7" name="Google Shape;54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8" name="Google Shape;548;p49"/>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cxnSp>
        <p:nvCxnSpPr>
          <p:cNvPr id="549" name="Google Shape;549;p49"/>
          <p:cNvCxnSpPr/>
          <p:nvPr/>
        </p:nvCxnSpPr>
        <p:spPr>
          <a:xfrm>
            <a:off x="4050" y="3613075"/>
            <a:ext cx="5897700" cy="0"/>
          </a:xfrm>
          <a:prstGeom prst="straightConnector1">
            <a:avLst/>
          </a:prstGeom>
          <a:noFill/>
          <a:ln cap="flat" cmpd="sng" w="38100">
            <a:solidFill>
              <a:schemeClr val="dk1"/>
            </a:solidFill>
            <a:prstDash val="solid"/>
            <a:round/>
            <a:headEnd len="med" w="med" type="none"/>
            <a:tailEnd len="med" w="med" type="none"/>
          </a:ln>
        </p:spPr>
      </p:cxnSp>
      <p:sp>
        <p:nvSpPr>
          <p:cNvPr id="550" name="Google Shape;550;p49"/>
          <p:cNvSpPr txBox="1"/>
          <p:nvPr>
            <p:ph idx="1" type="body"/>
          </p:nvPr>
        </p:nvSpPr>
        <p:spPr>
          <a:xfrm>
            <a:off x="5953000" y="3419950"/>
            <a:ext cx="2924100" cy="75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TITLE_ONLY_1_1_1">
    <p:spTree>
      <p:nvGrpSpPr>
        <p:cNvPr id="551" name="Shape 551"/>
        <p:cNvGrpSpPr/>
        <p:nvPr/>
      </p:nvGrpSpPr>
      <p:grpSpPr>
        <a:xfrm>
          <a:off x="0" y="0"/>
          <a:ext cx="0" cy="0"/>
          <a:chOff x="0" y="0"/>
          <a:chExt cx="0" cy="0"/>
        </a:xfrm>
      </p:grpSpPr>
      <p:grpSp>
        <p:nvGrpSpPr>
          <p:cNvPr id="552" name="Google Shape;552;p50"/>
          <p:cNvGrpSpPr/>
          <p:nvPr/>
        </p:nvGrpSpPr>
        <p:grpSpPr>
          <a:xfrm>
            <a:off x="0" y="1"/>
            <a:ext cx="9144000" cy="4974501"/>
            <a:chOff x="0" y="0"/>
            <a:chExt cx="9144000" cy="4974501"/>
          </a:xfrm>
        </p:grpSpPr>
        <p:sp>
          <p:nvSpPr>
            <p:cNvPr id="553" name="Google Shape;553;p50"/>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50"/>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55" name="Google Shape;55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56" name="Google Shape;556;p50"/>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57" name="Google Shape;557;p50"/>
          <p:cNvSpPr/>
          <p:nvPr>
            <p:ph idx="2" type="pic"/>
          </p:nvPr>
        </p:nvSpPr>
        <p:spPr>
          <a:xfrm>
            <a:off x="457200" y="409650"/>
            <a:ext cx="8229600" cy="38442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ONLY_1_1_1_1">
    <p:spTree>
      <p:nvGrpSpPr>
        <p:cNvPr id="558" name="Shape 558"/>
        <p:cNvGrpSpPr/>
        <p:nvPr/>
      </p:nvGrpSpPr>
      <p:grpSpPr>
        <a:xfrm>
          <a:off x="0" y="0"/>
          <a:ext cx="0" cy="0"/>
          <a:chOff x="0" y="0"/>
          <a:chExt cx="0" cy="0"/>
        </a:xfrm>
      </p:grpSpPr>
      <p:grpSp>
        <p:nvGrpSpPr>
          <p:cNvPr id="559" name="Google Shape;559;p51"/>
          <p:cNvGrpSpPr/>
          <p:nvPr/>
        </p:nvGrpSpPr>
        <p:grpSpPr>
          <a:xfrm>
            <a:off x="0" y="1"/>
            <a:ext cx="9144000" cy="4974501"/>
            <a:chOff x="0" y="0"/>
            <a:chExt cx="9144000" cy="4974501"/>
          </a:xfrm>
        </p:grpSpPr>
        <p:sp>
          <p:nvSpPr>
            <p:cNvPr id="560" name="Google Shape;560;p51"/>
            <p:cNvSpPr/>
            <p:nvPr/>
          </p:nvSpPr>
          <p:spPr>
            <a:xfrm>
              <a:off x="0" y="0"/>
              <a:ext cx="91440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51"/>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2" name="Google Shape;56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3" name="Google Shape;563;p51"/>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64" name="Google Shape;564;p51"/>
          <p:cNvSpPr/>
          <p:nvPr>
            <p:ph idx="2" type="pic"/>
          </p:nvPr>
        </p:nvSpPr>
        <p:spPr>
          <a:xfrm>
            <a:off x="457200" y="1013475"/>
            <a:ext cx="2652900" cy="1020900"/>
          </a:xfrm>
          <a:prstGeom prst="rect">
            <a:avLst/>
          </a:prstGeom>
          <a:noFill/>
          <a:ln>
            <a:noFill/>
          </a:ln>
        </p:spPr>
      </p:sp>
      <p:sp>
        <p:nvSpPr>
          <p:cNvPr id="565" name="Google Shape;565;p51"/>
          <p:cNvSpPr/>
          <p:nvPr>
            <p:ph idx="3" type="pic"/>
          </p:nvPr>
        </p:nvSpPr>
        <p:spPr>
          <a:xfrm>
            <a:off x="3245513" y="1013475"/>
            <a:ext cx="2652900" cy="1020900"/>
          </a:xfrm>
          <a:prstGeom prst="rect">
            <a:avLst/>
          </a:prstGeom>
          <a:noFill/>
          <a:ln>
            <a:noFill/>
          </a:ln>
        </p:spPr>
      </p:sp>
      <p:sp>
        <p:nvSpPr>
          <p:cNvPr id="566" name="Google Shape;566;p51"/>
          <p:cNvSpPr/>
          <p:nvPr>
            <p:ph idx="4" type="pic"/>
          </p:nvPr>
        </p:nvSpPr>
        <p:spPr>
          <a:xfrm>
            <a:off x="6033825" y="1013475"/>
            <a:ext cx="2652900" cy="1020900"/>
          </a:xfrm>
          <a:prstGeom prst="rect">
            <a:avLst/>
          </a:prstGeom>
          <a:noFill/>
          <a:ln>
            <a:noFill/>
          </a:ln>
        </p:spPr>
      </p:sp>
      <p:sp>
        <p:nvSpPr>
          <p:cNvPr id="567" name="Google Shape;567;p51"/>
          <p:cNvSpPr txBox="1"/>
          <p:nvPr>
            <p:ph type="title"/>
          </p:nvPr>
        </p:nvSpPr>
        <p:spPr>
          <a:xfrm>
            <a:off x="366100" y="246950"/>
            <a:ext cx="8411700" cy="623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568" name="Google Shape;568;p51"/>
          <p:cNvSpPr/>
          <p:nvPr>
            <p:ph idx="5" type="pic"/>
          </p:nvPr>
        </p:nvSpPr>
        <p:spPr>
          <a:xfrm>
            <a:off x="457200" y="2174925"/>
            <a:ext cx="2652900" cy="1020900"/>
          </a:xfrm>
          <a:prstGeom prst="rect">
            <a:avLst/>
          </a:prstGeom>
          <a:noFill/>
          <a:ln>
            <a:noFill/>
          </a:ln>
        </p:spPr>
      </p:sp>
      <p:sp>
        <p:nvSpPr>
          <p:cNvPr id="569" name="Google Shape;569;p51"/>
          <p:cNvSpPr/>
          <p:nvPr>
            <p:ph idx="6" type="pic"/>
          </p:nvPr>
        </p:nvSpPr>
        <p:spPr>
          <a:xfrm>
            <a:off x="3245513" y="2174925"/>
            <a:ext cx="2652900" cy="1020900"/>
          </a:xfrm>
          <a:prstGeom prst="rect">
            <a:avLst/>
          </a:prstGeom>
          <a:noFill/>
          <a:ln>
            <a:noFill/>
          </a:ln>
        </p:spPr>
      </p:sp>
      <p:sp>
        <p:nvSpPr>
          <p:cNvPr id="570" name="Google Shape;570;p51"/>
          <p:cNvSpPr/>
          <p:nvPr>
            <p:ph idx="7" type="pic"/>
          </p:nvPr>
        </p:nvSpPr>
        <p:spPr>
          <a:xfrm>
            <a:off x="6033825" y="2174925"/>
            <a:ext cx="2652900" cy="1020900"/>
          </a:xfrm>
          <a:prstGeom prst="rect">
            <a:avLst/>
          </a:prstGeom>
          <a:noFill/>
          <a:ln>
            <a:noFill/>
          </a:ln>
        </p:spPr>
      </p:sp>
      <p:sp>
        <p:nvSpPr>
          <p:cNvPr id="571" name="Google Shape;571;p51"/>
          <p:cNvSpPr/>
          <p:nvPr>
            <p:ph idx="8" type="pic"/>
          </p:nvPr>
        </p:nvSpPr>
        <p:spPr>
          <a:xfrm>
            <a:off x="457200" y="3336375"/>
            <a:ext cx="2652900" cy="1020900"/>
          </a:xfrm>
          <a:prstGeom prst="rect">
            <a:avLst/>
          </a:prstGeom>
          <a:noFill/>
          <a:ln>
            <a:noFill/>
          </a:ln>
        </p:spPr>
      </p:sp>
      <p:sp>
        <p:nvSpPr>
          <p:cNvPr id="572" name="Google Shape;572;p51"/>
          <p:cNvSpPr/>
          <p:nvPr>
            <p:ph idx="9" type="pic"/>
          </p:nvPr>
        </p:nvSpPr>
        <p:spPr>
          <a:xfrm>
            <a:off x="3245513" y="3336375"/>
            <a:ext cx="2652900" cy="1020900"/>
          </a:xfrm>
          <a:prstGeom prst="rect">
            <a:avLst/>
          </a:prstGeom>
          <a:noFill/>
          <a:ln>
            <a:noFill/>
          </a:ln>
        </p:spPr>
      </p:sp>
      <p:sp>
        <p:nvSpPr>
          <p:cNvPr id="573" name="Google Shape;573;p51"/>
          <p:cNvSpPr/>
          <p:nvPr>
            <p:ph idx="13" type="pic"/>
          </p:nvPr>
        </p:nvSpPr>
        <p:spPr>
          <a:xfrm>
            <a:off x="6033825" y="3336375"/>
            <a:ext cx="2652900" cy="1020900"/>
          </a:xfrm>
          <a:prstGeom prst="rect">
            <a:avLst/>
          </a:prstGeom>
          <a:noFill/>
          <a:ln>
            <a:noFill/>
          </a:ln>
        </p:spPr>
      </p:sp>
    </p:spTree>
  </p:cSld>
  <p:clrMapOvr>
    <a:masterClrMapping/>
  </p:clrMapOvr>
  <p:extLst>
    <p:ext uri="{DCECCB84-F9BA-43D5-87BE-67443E8EF086}">
      <p15:sldGuideLst>
        <p15:guide id="1" orient="horz" pos="287">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p:cSld name="CUSTOM_2">
    <p:spTree>
      <p:nvGrpSpPr>
        <p:cNvPr id="574" name="Shape 574"/>
        <p:cNvGrpSpPr/>
        <p:nvPr/>
      </p:nvGrpSpPr>
      <p:grpSpPr>
        <a:xfrm>
          <a:off x="0" y="0"/>
          <a:ext cx="0" cy="0"/>
          <a:chOff x="0" y="0"/>
          <a:chExt cx="0" cy="0"/>
        </a:xfrm>
      </p:grpSpPr>
      <p:grpSp>
        <p:nvGrpSpPr>
          <p:cNvPr id="575" name="Google Shape;575;p52"/>
          <p:cNvGrpSpPr/>
          <p:nvPr/>
        </p:nvGrpSpPr>
        <p:grpSpPr>
          <a:xfrm>
            <a:off x="0" y="455100"/>
            <a:ext cx="9144000" cy="4519401"/>
            <a:chOff x="0" y="455100"/>
            <a:chExt cx="9144000" cy="4519401"/>
          </a:xfrm>
        </p:grpSpPr>
        <p:sp>
          <p:nvSpPr>
            <p:cNvPr id="576" name="Google Shape;576;p52"/>
            <p:cNvSpPr/>
            <p:nvPr/>
          </p:nvSpPr>
          <p:spPr>
            <a:xfrm flipH="1">
              <a:off x="456060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52"/>
            <p:cNvSpPr/>
            <p:nvPr/>
          </p:nvSpPr>
          <p:spPr>
            <a:xfrm>
              <a:off x="0" y="455100"/>
              <a:ext cx="4583400" cy="4231200"/>
            </a:xfrm>
            <a:prstGeom prst="round1Rect">
              <a:avLst>
                <a:gd fmla="val 777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8" name="Google Shape;578;p52"/>
            <p:cNvSpPr/>
            <p:nvPr/>
          </p:nvSpPr>
          <p:spPr>
            <a:xfrm>
              <a:off x="4212650" y="4256001"/>
              <a:ext cx="718800" cy="71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9" name="Google Shape;579;p52"/>
          <p:cNvSpPr txBox="1"/>
          <p:nvPr/>
        </p:nvSpPr>
        <p:spPr>
          <a:xfrm>
            <a:off x="4212575" y="4533153"/>
            <a:ext cx="718800" cy="42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solidFill>
                  <a:schemeClr val="accent1"/>
                </a:solidFill>
                <a:latin typeface="STIX Two Text Medium"/>
                <a:ea typeface="STIX Two Text Medium"/>
                <a:cs typeface="STIX Two Text Medium"/>
                <a:sym typeface="STIX Two Text Medium"/>
              </a:rPr>
              <a:t>‹#›</a:t>
            </a:fld>
            <a:endParaRPr>
              <a:solidFill>
                <a:schemeClr val="accent1"/>
              </a:solidFill>
              <a:latin typeface="STIX Two Text Medium"/>
              <a:ea typeface="STIX Two Text Medium"/>
              <a:cs typeface="STIX Two Text Medium"/>
              <a:sym typeface="STIX Two Text Medium"/>
            </a:endParaRPr>
          </a:p>
        </p:txBody>
      </p:sp>
      <p:sp>
        <p:nvSpPr>
          <p:cNvPr id="580" name="Google Shape;580;p52"/>
          <p:cNvSpPr/>
          <p:nvPr/>
        </p:nvSpPr>
        <p:spPr>
          <a:xfrm>
            <a:off x="4931375" y="1662400"/>
            <a:ext cx="3755400" cy="2696100"/>
          </a:xfrm>
          <a:prstGeom prst="roundRect">
            <a:avLst>
              <a:gd fmla="val 9698"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52"/>
          <p:cNvSpPr txBox="1"/>
          <p:nvPr>
            <p:ph idx="1" type="subTitle"/>
          </p:nvPr>
        </p:nvSpPr>
        <p:spPr>
          <a:xfrm>
            <a:off x="366100" y="4773588"/>
            <a:ext cx="3539400" cy="282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200"/>
              <a:buNone/>
              <a:defRPr sz="1200">
                <a:solidFill>
                  <a:schemeClr val="lt2"/>
                </a:solidFill>
              </a:defRPr>
            </a:lvl1pPr>
            <a:lvl2pPr lvl="1">
              <a:spcBef>
                <a:spcPts val="0"/>
              </a:spcBef>
              <a:spcAft>
                <a:spcPts val="0"/>
              </a:spcAft>
              <a:buClr>
                <a:schemeClr val="lt2"/>
              </a:buClr>
              <a:buSzPts val="1200"/>
              <a:buNone/>
              <a:defRPr sz="1200">
                <a:solidFill>
                  <a:schemeClr val="lt2"/>
                </a:solidFill>
              </a:defRPr>
            </a:lvl2pPr>
            <a:lvl3pPr lvl="2">
              <a:spcBef>
                <a:spcPts val="0"/>
              </a:spcBef>
              <a:spcAft>
                <a:spcPts val="0"/>
              </a:spcAft>
              <a:buClr>
                <a:schemeClr val="lt2"/>
              </a:buClr>
              <a:buSzPts val="1200"/>
              <a:buNone/>
              <a:defRPr sz="1200">
                <a:solidFill>
                  <a:schemeClr val="lt2"/>
                </a:solidFill>
              </a:defRPr>
            </a:lvl3pPr>
            <a:lvl4pPr lvl="3">
              <a:spcBef>
                <a:spcPts val="0"/>
              </a:spcBef>
              <a:spcAft>
                <a:spcPts val="0"/>
              </a:spcAft>
              <a:buClr>
                <a:schemeClr val="lt2"/>
              </a:buClr>
              <a:buSzPts val="1200"/>
              <a:buNone/>
              <a:defRPr sz="1200">
                <a:solidFill>
                  <a:schemeClr val="lt2"/>
                </a:solidFill>
              </a:defRPr>
            </a:lvl4pPr>
            <a:lvl5pPr lvl="4">
              <a:spcBef>
                <a:spcPts val="0"/>
              </a:spcBef>
              <a:spcAft>
                <a:spcPts val="0"/>
              </a:spcAft>
              <a:buClr>
                <a:schemeClr val="lt2"/>
              </a:buClr>
              <a:buSzPts val="1200"/>
              <a:buNone/>
              <a:defRPr sz="1200">
                <a:solidFill>
                  <a:schemeClr val="lt2"/>
                </a:solidFill>
              </a:defRPr>
            </a:lvl5pPr>
            <a:lvl6pPr lvl="5">
              <a:spcBef>
                <a:spcPts val="0"/>
              </a:spcBef>
              <a:spcAft>
                <a:spcPts val="0"/>
              </a:spcAft>
              <a:buClr>
                <a:schemeClr val="lt2"/>
              </a:buClr>
              <a:buSzPts val="1200"/>
              <a:buNone/>
              <a:defRPr sz="1200">
                <a:solidFill>
                  <a:schemeClr val="lt2"/>
                </a:solidFill>
              </a:defRPr>
            </a:lvl6pPr>
            <a:lvl7pPr lvl="6">
              <a:spcBef>
                <a:spcPts val="0"/>
              </a:spcBef>
              <a:spcAft>
                <a:spcPts val="0"/>
              </a:spcAft>
              <a:buClr>
                <a:schemeClr val="lt2"/>
              </a:buClr>
              <a:buSzPts val="1200"/>
              <a:buNone/>
              <a:defRPr sz="1200">
                <a:solidFill>
                  <a:schemeClr val="lt2"/>
                </a:solidFill>
              </a:defRPr>
            </a:lvl7pPr>
            <a:lvl8pPr lvl="7">
              <a:spcBef>
                <a:spcPts val="0"/>
              </a:spcBef>
              <a:spcAft>
                <a:spcPts val="0"/>
              </a:spcAft>
              <a:buClr>
                <a:schemeClr val="lt2"/>
              </a:buClr>
              <a:buSzPts val="1200"/>
              <a:buNone/>
              <a:defRPr sz="1200">
                <a:solidFill>
                  <a:schemeClr val="lt2"/>
                </a:solidFill>
              </a:defRPr>
            </a:lvl8pPr>
            <a:lvl9pPr lvl="8">
              <a:spcBef>
                <a:spcPts val="0"/>
              </a:spcBef>
              <a:spcAft>
                <a:spcPts val="0"/>
              </a:spcAft>
              <a:buClr>
                <a:schemeClr val="lt2"/>
              </a:buClr>
              <a:buSzPts val="1200"/>
              <a:buNone/>
              <a:defRPr sz="1200">
                <a:solidFill>
                  <a:schemeClr val="lt2"/>
                </a:solidFill>
              </a:defRPr>
            </a:lvl9pPr>
          </a:lstStyle>
          <a:p/>
        </p:txBody>
      </p:sp>
      <p:sp>
        <p:nvSpPr>
          <p:cNvPr id="582" name="Google Shape;582;p52"/>
          <p:cNvSpPr txBox="1"/>
          <p:nvPr>
            <p:ph idx="2" type="subTitle"/>
          </p:nvPr>
        </p:nvSpPr>
        <p:spPr>
          <a:xfrm>
            <a:off x="5251900" y="4773588"/>
            <a:ext cx="3539400" cy="2826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2"/>
              </a:buClr>
              <a:buSzPts val="1200"/>
              <a:buNone/>
              <a:defRPr sz="1200">
                <a:solidFill>
                  <a:schemeClr val="lt2"/>
                </a:solidFill>
              </a:defRPr>
            </a:lvl1pPr>
            <a:lvl2pPr lvl="1" algn="r">
              <a:spcBef>
                <a:spcPts val="0"/>
              </a:spcBef>
              <a:spcAft>
                <a:spcPts val="0"/>
              </a:spcAft>
              <a:buClr>
                <a:schemeClr val="lt2"/>
              </a:buClr>
              <a:buSzPts val="1200"/>
              <a:buNone/>
              <a:defRPr sz="1200">
                <a:solidFill>
                  <a:schemeClr val="lt2"/>
                </a:solidFill>
              </a:defRPr>
            </a:lvl2pPr>
            <a:lvl3pPr lvl="2" algn="r">
              <a:spcBef>
                <a:spcPts val="0"/>
              </a:spcBef>
              <a:spcAft>
                <a:spcPts val="0"/>
              </a:spcAft>
              <a:buClr>
                <a:schemeClr val="lt2"/>
              </a:buClr>
              <a:buSzPts val="1200"/>
              <a:buNone/>
              <a:defRPr sz="1200">
                <a:solidFill>
                  <a:schemeClr val="lt2"/>
                </a:solidFill>
              </a:defRPr>
            </a:lvl3pPr>
            <a:lvl4pPr lvl="3" algn="r">
              <a:spcBef>
                <a:spcPts val="0"/>
              </a:spcBef>
              <a:spcAft>
                <a:spcPts val="0"/>
              </a:spcAft>
              <a:buClr>
                <a:schemeClr val="lt2"/>
              </a:buClr>
              <a:buSzPts val="1200"/>
              <a:buNone/>
              <a:defRPr sz="1200">
                <a:solidFill>
                  <a:schemeClr val="lt2"/>
                </a:solidFill>
              </a:defRPr>
            </a:lvl4pPr>
            <a:lvl5pPr lvl="4" algn="r">
              <a:spcBef>
                <a:spcPts val="0"/>
              </a:spcBef>
              <a:spcAft>
                <a:spcPts val="0"/>
              </a:spcAft>
              <a:buClr>
                <a:schemeClr val="lt2"/>
              </a:buClr>
              <a:buSzPts val="1200"/>
              <a:buNone/>
              <a:defRPr sz="1200">
                <a:solidFill>
                  <a:schemeClr val="lt2"/>
                </a:solidFill>
              </a:defRPr>
            </a:lvl5pPr>
            <a:lvl6pPr lvl="5" algn="r">
              <a:spcBef>
                <a:spcPts val="0"/>
              </a:spcBef>
              <a:spcAft>
                <a:spcPts val="0"/>
              </a:spcAft>
              <a:buClr>
                <a:schemeClr val="lt2"/>
              </a:buClr>
              <a:buSzPts val="1200"/>
              <a:buNone/>
              <a:defRPr sz="1200">
                <a:solidFill>
                  <a:schemeClr val="lt2"/>
                </a:solidFill>
              </a:defRPr>
            </a:lvl6pPr>
            <a:lvl7pPr lvl="6" algn="r">
              <a:spcBef>
                <a:spcPts val="0"/>
              </a:spcBef>
              <a:spcAft>
                <a:spcPts val="0"/>
              </a:spcAft>
              <a:buClr>
                <a:schemeClr val="lt2"/>
              </a:buClr>
              <a:buSzPts val="1200"/>
              <a:buNone/>
              <a:defRPr sz="1200">
                <a:solidFill>
                  <a:schemeClr val="lt2"/>
                </a:solidFill>
              </a:defRPr>
            </a:lvl7pPr>
            <a:lvl8pPr lvl="7" algn="r">
              <a:spcBef>
                <a:spcPts val="0"/>
              </a:spcBef>
              <a:spcAft>
                <a:spcPts val="0"/>
              </a:spcAft>
              <a:buClr>
                <a:schemeClr val="lt2"/>
              </a:buClr>
              <a:buSzPts val="1200"/>
              <a:buNone/>
              <a:defRPr sz="1200">
                <a:solidFill>
                  <a:schemeClr val="lt2"/>
                </a:solidFill>
              </a:defRPr>
            </a:lvl8pPr>
            <a:lvl9pPr lvl="8" algn="r">
              <a:spcBef>
                <a:spcPts val="0"/>
              </a:spcBef>
              <a:spcAft>
                <a:spcPts val="0"/>
              </a:spcAft>
              <a:buClr>
                <a:schemeClr val="lt2"/>
              </a:buClr>
              <a:buSzPts val="1200"/>
              <a:buNone/>
              <a:defRPr sz="1200">
                <a:solidFill>
                  <a:schemeClr val="lt2"/>
                </a:solidFill>
              </a:defRPr>
            </a:lvl9pPr>
          </a:lstStyle>
          <a:p/>
        </p:txBody>
      </p:sp>
      <p:sp>
        <p:nvSpPr>
          <p:cNvPr id="583" name="Google Shape;583;p52"/>
          <p:cNvSpPr txBox="1"/>
          <p:nvPr>
            <p:ph type="title"/>
          </p:nvPr>
        </p:nvSpPr>
        <p:spPr>
          <a:xfrm>
            <a:off x="366100" y="655945"/>
            <a:ext cx="3025500" cy="623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84" name="Google Shape;584;p52"/>
          <p:cNvSpPr txBox="1"/>
          <p:nvPr>
            <p:ph idx="3" type="title"/>
          </p:nvPr>
        </p:nvSpPr>
        <p:spPr>
          <a:xfrm>
            <a:off x="4842350" y="655945"/>
            <a:ext cx="3025500" cy="623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85" name="Google Shape;585;p52"/>
          <p:cNvSpPr txBox="1"/>
          <p:nvPr>
            <p:ph idx="4" type="body"/>
          </p:nvPr>
        </p:nvSpPr>
        <p:spPr>
          <a:xfrm>
            <a:off x="366100" y="1662400"/>
            <a:ext cx="3850800" cy="269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86" name="Google Shape;586;p52"/>
          <p:cNvSpPr txBox="1"/>
          <p:nvPr>
            <p:ph idx="5" type="body"/>
          </p:nvPr>
        </p:nvSpPr>
        <p:spPr>
          <a:xfrm>
            <a:off x="5169875" y="2986175"/>
            <a:ext cx="3278400" cy="105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87" name="Google Shape;587;p52"/>
          <p:cNvSpPr txBox="1"/>
          <p:nvPr>
            <p:ph idx="6" type="subTitle"/>
          </p:nvPr>
        </p:nvSpPr>
        <p:spPr>
          <a:xfrm>
            <a:off x="5171425" y="2526550"/>
            <a:ext cx="3278400" cy="3705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details">
  <p:cSld name="CUSTOM_3">
    <p:bg>
      <p:bgPr>
        <a:solidFill>
          <a:schemeClr val="lt2"/>
        </a:solidFill>
      </p:bgPr>
    </p:bg>
    <p:spTree>
      <p:nvGrpSpPr>
        <p:cNvPr id="588" name="Shape 588"/>
        <p:cNvGrpSpPr/>
        <p:nvPr/>
      </p:nvGrpSpPr>
      <p:grpSpPr>
        <a:xfrm>
          <a:off x="0" y="0"/>
          <a:ext cx="0" cy="0"/>
          <a:chOff x="0" y="0"/>
          <a:chExt cx="0" cy="0"/>
        </a:xfrm>
      </p:grpSpPr>
      <p:sp>
        <p:nvSpPr>
          <p:cNvPr id="589" name="Google Shape;589;p53"/>
          <p:cNvSpPr/>
          <p:nvPr/>
        </p:nvSpPr>
        <p:spPr>
          <a:xfrm flipH="1">
            <a:off x="343200" y="342900"/>
            <a:ext cx="8800800" cy="480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53"/>
          <p:cNvSpPr/>
          <p:nvPr/>
        </p:nvSpPr>
        <p:spPr>
          <a:xfrm flipH="1" rot="-5400000">
            <a:off x="343225" y="342900"/>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53"/>
          <p:cNvSpPr/>
          <p:nvPr/>
        </p:nvSpPr>
        <p:spPr>
          <a:xfrm flipH="1" rot="10800000">
            <a:off x="343225" y="4397825"/>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92" name="Google Shape;592;p53"/>
          <p:cNvGrpSpPr/>
          <p:nvPr/>
        </p:nvGrpSpPr>
        <p:grpSpPr>
          <a:xfrm flipH="1">
            <a:off x="85800" y="76325"/>
            <a:ext cx="7808400" cy="5067300"/>
            <a:chOff x="1249800" y="76325"/>
            <a:chExt cx="7808400" cy="5067300"/>
          </a:xfrm>
        </p:grpSpPr>
        <p:cxnSp>
          <p:nvCxnSpPr>
            <p:cNvPr id="593" name="Google Shape;593;p53"/>
            <p:cNvCxnSpPr/>
            <p:nvPr/>
          </p:nvCxnSpPr>
          <p:spPr>
            <a:xfrm>
              <a:off x="1249800" y="85800"/>
              <a:ext cx="7808400" cy="0"/>
            </a:xfrm>
            <a:prstGeom prst="straightConnector1">
              <a:avLst/>
            </a:prstGeom>
            <a:noFill/>
            <a:ln cap="flat" cmpd="sng" w="19050">
              <a:solidFill>
                <a:schemeClr val="accent2"/>
              </a:solidFill>
              <a:prstDash val="solid"/>
              <a:round/>
              <a:headEnd len="med" w="med" type="none"/>
              <a:tailEnd len="med" w="med" type="none"/>
            </a:ln>
          </p:spPr>
        </p:cxnSp>
        <p:cxnSp>
          <p:nvCxnSpPr>
            <p:cNvPr id="594" name="Google Shape;594;p53"/>
            <p:cNvCxnSpPr/>
            <p:nvPr/>
          </p:nvCxnSpPr>
          <p:spPr>
            <a:xfrm rot="10800000">
              <a:off x="9058200" y="76325"/>
              <a:ext cx="0" cy="5067300"/>
            </a:xfrm>
            <a:prstGeom prst="straightConnector1">
              <a:avLst/>
            </a:prstGeom>
            <a:noFill/>
            <a:ln cap="flat" cmpd="sng" w="19050">
              <a:solidFill>
                <a:schemeClr val="accent2"/>
              </a:solidFill>
              <a:prstDash val="solid"/>
              <a:round/>
              <a:headEnd len="med" w="med" type="none"/>
              <a:tailEnd len="med" w="med" type="none"/>
            </a:ln>
          </p:spPr>
        </p:cxnSp>
      </p:grpSp>
      <p:grpSp>
        <p:nvGrpSpPr>
          <p:cNvPr id="595" name="Google Shape;595;p53"/>
          <p:cNvGrpSpPr/>
          <p:nvPr/>
        </p:nvGrpSpPr>
        <p:grpSpPr>
          <a:xfrm flipH="1">
            <a:off x="171600" y="162125"/>
            <a:ext cx="7722600" cy="4981500"/>
            <a:chOff x="1249800" y="162125"/>
            <a:chExt cx="7722600" cy="4981500"/>
          </a:xfrm>
        </p:grpSpPr>
        <p:cxnSp>
          <p:nvCxnSpPr>
            <p:cNvPr id="596" name="Google Shape;596;p53"/>
            <p:cNvCxnSpPr/>
            <p:nvPr/>
          </p:nvCxnSpPr>
          <p:spPr>
            <a:xfrm>
              <a:off x="1249800" y="171625"/>
              <a:ext cx="7722600" cy="0"/>
            </a:xfrm>
            <a:prstGeom prst="straightConnector1">
              <a:avLst/>
            </a:prstGeom>
            <a:noFill/>
            <a:ln cap="flat" cmpd="sng" w="19050">
              <a:solidFill>
                <a:schemeClr val="accent2"/>
              </a:solidFill>
              <a:prstDash val="solid"/>
              <a:round/>
              <a:headEnd len="med" w="med" type="none"/>
              <a:tailEnd len="med" w="med" type="none"/>
            </a:ln>
          </p:spPr>
        </p:cxnSp>
        <p:cxnSp>
          <p:nvCxnSpPr>
            <p:cNvPr id="597" name="Google Shape;597;p53"/>
            <p:cNvCxnSpPr/>
            <p:nvPr/>
          </p:nvCxnSpPr>
          <p:spPr>
            <a:xfrm rot="10800000">
              <a:off x="8972375" y="162125"/>
              <a:ext cx="0" cy="4981500"/>
            </a:xfrm>
            <a:prstGeom prst="straightConnector1">
              <a:avLst/>
            </a:prstGeom>
            <a:noFill/>
            <a:ln cap="flat" cmpd="sng" w="19050">
              <a:solidFill>
                <a:schemeClr val="accent2"/>
              </a:solidFill>
              <a:prstDash val="solid"/>
              <a:round/>
              <a:headEnd len="med" w="med" type="none"/>
              <a:tailEnd len="med" w="med" type="none"/>
            </a:ln>
          </p:spPr>
        </p:cxnSp>
      </p:grpSp>
      <p:grpSp>
        <p:nvGrpSpPr>
          <p:cNvPr id="598" name="Google Shape;598;p53"/>
          <p:cNvGrpSpPr/>
          <p:nvPr/>
        </p:nvGrpSpPr>
        <p:grpSpPr>
          <a:xfrm flipH="1">
            <a:off x="257400" y="247925"/>
            <a:ext cx="7636800" cy="4895700"/>
            <a:chOff x="1249800" y="247925"/>
            <a:chExt cx="7636800" cy="4895700"/>
          </a:xfrm>
        </p:grpSpPr>
        <p:cxnSp>
          <p:nvCxnSpPr>
            <p:cNvPr id="599" name="Google Shape;599;p53"/>
            <p:cNvCxnSpPr/>
            <p:nvPr/>
          </p:nvCxnSpPr>
          <p:spPr>
            <a:xfrm>
              <a:off x="1249800" y="257425"/>
              <a:ext cx="7636800" cy="0"/>
            </a:xfrm>
            <a:prstGeom prst="straightConnector1">
              <a:avLst/>
            </a:prstGeom>
            <a:noFill/>
            <a:ln cap="flat" cmpd="sng" w="19050">
              <a:solidFill>
                <a:schemeClr val="accent2"/>
              </a:solidFill>
              <a:prstDash val="solid"/>
              <a:round/>
              <a:headEnd len="med" w="med" type="none"/>
              <a:tailEnd len="med" w="med" type="none"/>
            </a:ln>
          </p:spPr>
        </p:cxnSp>
        <p:cxnSp>
          <p:nvCxnSpPr>
            <p:cNvPr id="600" name="Google Shape;600;p53"/>
            <p:cNvCxnSpPr/>
            <p:nvPr/>
          </p:nvCxnSpPr>
          <p:spPr>
            <a:xfrm rot="10800000">
              <a:off x="8886575" y="247925"/>
              <a:ext cx="0" cy="4895700"/>
            </a:xfrm>
            <a:prstGeom prst="straightConnector1">
              <a:avLst/>
            </a:prstGeom>
            <a:noFill/>
            <a:ln cap="flat" cmpd="sng" w="19050">
              <a:solidFill>
                <a:schemeClr val="accent2"/>
              </a:solidFill>
              <a:prstDash val="solid"/>
              <a:round/>
              <a:headEnd len="med" w="med" type="none"/>
              <a:tailEnd len="med" w="med" type="none"/>
            </a:ln>
          </p:spPr>
        </p:cxnSp>
      </p:grpSp>
      <p:sp>
        <p:nvSpPr>
          <p:cNvPr id="601" name="Google Shape;601;p53"/>
          <p:cNvSpPr txBox="1"/>
          <p:nvPr>
            <p:ph type="ctrTitle"/>
          </p:nvPr>
        </p:nvSpPr>
        <p:spPr>
          <a:xfrm>
            <a:off x="1375800" y="1703150"/>
            <a:ext cx="5485800" cy="1737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4800"/>
              <a:buFont typeface="STIX Two Text SemiBold"/>
              <a:buNone/>
              <a:defRPr sz="4800">
                <a:solidFill>
                  <a:schemeClr val="accent2"/>
                </a:solidFill>
              </a:defRPr>
            </a:lvl1pPr>
            <a:lvl2pPr lvl="1" algn="ctr">
              <a:spcBef>
                <a:spcPts val="0"/>
              </a:spcBef>
              <a:spcAft>
                <a:spcPts val="0"/>
              </a:spcAft>
              <a:buClr>
                <a:schemeClr val="accent2"/>
              </a:buClr>
              <a:buSzPts val="4800"/>
              <a:buNone/>
              <a:defRPr sz="4800">
                <a:solidFill>
                  <a:schemeClr val="accent2"/>
                </a:solidFill>
              </a:defRPr>
            </a:lvl2pPr>
            <a:lvl3pPr lvl="2" algn="ctr">
              <a:spcBef>
                <a:spcPts val="0"/>
              </a:spcBef>
              <a:spcAft>
                <a:spcPts val="0"/>
              </a:spcAft>
              <a:buClr>
                <a:schemeClr val="accent2"/>
              </a:buClr>
              <a:buSzPts val="4800"/>
              <a:buNone/>
              <a:defRPr sz="4800">
                <a:solidFill>
                  <a:schemeClr val="accent2"/>
                </a:solidFill>
              </a:defRPr>
            </a:lvl3pPr>
            <a:lvl4pPr lvl="3" algn="ctr">
              <a:spcBef>
                <a:spcPts val="0"/>
              </a:spcBef>
              <a:spcAft>
                <a:spcPts val="0"/>
              </a:spcAft>
              <a:buClr>
                <a:schemeClr val="accent2"/>
              </a:buClr>
              <a:buSzPts val="4800"/>
              <a:buNone/>
              <a:defRPr sz="4800">
                <a:solidFill>
                  <a:schemeClr val="accent2"/>
                </a:solidFill>
              </a:defRPr>
            </a:lvl4pPr>
            <a:lvl5pPr lvl="4" algn="ctr">
              <a:spcBef>
                <a:spcPts val="0"/>
              </a:spcBef>
              <a:spcAft>
                <a:spcPts val="0"/>
              </a:spcAft>
              <a:buClr>
                <a:schemeClr val="accent2"/>
              </a:buClr>
              <a:buSzPts val="4800"/>
              <a:buNone/>
              <a:defRPr sz="4800">
                <a:solidFill>
                  <a:schemeClr val="accent2"/>
                </a:solidFill>
              </a:defRPr>
            </a:lvl5pPr>
            <a:lvl6pPr lvl="5" algn="ctr">
              <a:spcBef>
                <a:spcPts val="0"/>
              </a:spcBef>
              <a:spcAft>
                <a:spcPts val="0"/>
              </a:spcAft>
              <a:buClr>
                <a:schemeClr val="accent2"/>
              </a:buClr>
              <a:buSzPts val="4800"/>
              <a:buNone/>
              <a:defRPr sz="4800">
                <a:solidFill>
                  <a:schemeClr val="accent2"/>
                </a:solidFill>
              </a:defRPr>
            </a:lvl6pPr>
            <a:lvl7pPr lvl="6" algn="ctr">
              <a:spcBef>
                <a:spcPts val="0"/>
              </a:spcBef>
              <a:spcAft>
                <a:spcPts val="0"/>
              </a:spcAft>
              <a:buClr>
                <a:schemeClr val="accent2"/>
              </a:buClr>
              <a:buSzPts val="4800"/>
              <a:buNone/>
              <a:defRPr sz="4800">
                <a:solidFill>
                  <a:schemeClr val="accent2"/>
                </a:solidFill>
              </a:defRPr>
            </a:lvl7pPr>
            <a:lvl8pPr lvl="7" algn="ctr">
              <a:spcBef>
                <a:spcPts val="0"/>
              </a:spcBef>
              <a:spcAft>
                <a:spcPts val="0"/>
              </a:spcAft>
              <a:buClr>
                <a:schemeClr val="accent2"/>
              </a:buClr>
              <a:buSzPts val="4800"/>
              <a:buNone/>
              <a:defRPr sz="4800">
                <a:solidFill>
                  <a:schemeClr val="accent2"/>
                </a:solidFill>
              </a:defRPr>
            </a:lvl8pPr>
            <a:lvl9pPr lvl="8" algn="ctr">
              <a:spcBef>
                <a:spcPts val="0"/>
              </a:spcBef>
              <a:spcAft>
                <a:spcPts val="0"/>
              </a:spcAft>
              <a:buClr>
                <a:schemeClr val="accent2"/>
              </a:buClr>
              <a:buSzPts val="4800"/>
              <a:buNone/>
              <a:defRPr sz="4800">
                <a:solidFill>
                  <a:schemeClr val="accent2"/>
                </a:solidFill>
              </a:defRPr>
            </a:lvl9pPr>
          </a:lstStyle>
          <a:p/>
        </p:txBody>
      </p:sp>
      <p:sp>
        <p:nvSpPr>
          <p:cNvPr id="602" name="Google Shape;602;p53"/>
          <p:cNvSpPr/>
          <p:nvPr/>
        </p:nvSpPr>
        <p:spPr>
          <a:xfrm rot="10800000">
            <a:off x="7894200" y="0"/>
            <a:ext cx="12498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603" name="Google Shape;603;p53"/>
          <p:cNvSpPr/>
          <p:nvPr/>
        </p:nvSpPr>
        <p:spPr>
          <a:xfrm rot="10800000">
            <a:off x="8151300" y="167450"/>
            <a:ext cx="735600" cy="1890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53"/>
          <p:cNvSpPr/>
          <p:nvPr/>
        </p:nvSpPr>
        <p:spPr>
          <a:xfrm rot="10800000">
            <a:off x="8151300" y="3088375"/>
            <a:ext cx="735600" cy="1887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53"/>
          <p:cNvSpPr/>
          <p:nvPr/>
        </p:nvSpPr>
        <p:spPr>
          <a:xfrm rot="10800000">
            <a:off x="7997850" y="2264525"/>
            <a:ext cx="1042500" cy="635700"/>
          </a:xfrm>
          <a:prstGeom prst="hexagon">
            <a:avLst>
              <a:gd fmla="val 40849" name="adj"/>
              <a:gd fmla="val 115470" name="vf"/>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53"/>
          <p:cNvSpPr/>
          <p:nvPr/>
        </p:nvSpPr>
        <p:spPr>
          <a:xfrm rot="10800000">
            <a:off x="8336250" y="2399550"/>
            <a:ext cx="365700" cy="365700"/>
          </a:xfrm>
          <a:prstGeom prst="diamond">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7" name="Google Shape;607;p53"/>
          <p:cNvSpPr txBox="1"/>
          <p:nvPr>
            <p:ph idx="1" type="subTitle"/>
          </p:nvPr>
        </p:nvSpPr>
        <p:spPr>
          <a:xfrm rot="5400000">
            <a:off x="7668450" y="3868125"/>
            <a:ext cx="1701300" cy="3315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1pPr>
            <a:lvl2pPr lvl="1"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2pPr>
            <a:lvl3pPr lvl="2"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3pPr>
            <a:lvl4pPr lvl="3"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4pPr>
            <a:lvl5pPr lvl="4"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5pPr>
            <a:lvl6pPr lvl="5"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6pPr>
            <a:lvl7pPr lvl="6"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7pPr>
            <a:lvl8pPr lvl="7"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8pPr>
            <a:lvl9pPr lvl="8" algn="r">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9pPr>
          </a:lstStyle>
          <a:p/>
        </p:txBody>
      </p:sp>
      <p:sp>
        <p:nvSpPr>
          <p:cNvPr id="608" name="Google Shape;608;p53"/>
          <p:cNvSpPr txBox="1"/>
          <p:nvPr>
            <p:ph idx="2" type="subTitle"/>
          </p:nvPr>
        </p:nvSpPr>
        <p:spPr>
          <a:xfrm rot="5400000">
            <a:off x="7668450" y="945575"/>
            <a:ext cx="1701300" cy="331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1pPr>
            <a:lvl2pPr lvl="1"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2pPr>
            <a:lvl3pPr lvl="2"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3pPr>
            <a:lvl4pPr lvl="3"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4pPr>
            <a:lvl5pPr lvl="4"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5pPr>
            <a:lvl6pPr lvl="5"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6pPr>
            <a:lvl7pPr lvl="6"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7pPr>
            <a:lvl8pPr lvl="7"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8pPr>
            <a:lvl9pPr lvl="8" algn="l">
              <a:spcBef>
                <a:spcPts val="0"/>
              </a:spcBef>
              <a:spcAft>
                <a:spcPts val="0"/>
              </a:spcAft>
              <a:buClr>
                <a:schemeClr val="accent2"/>
              </a:buClr>
              <a:buSzPts val="1400"/>
              <a:buFont typeface="STIX Two Text Medium"/>
              <a:buNone/>
              <a:defRPr>
                <a:solidFill>
                  <a:schemeClr val="accent2"/>
                </a:solidFill>
                <a:latin typeface="STIX Two Text Medium"/>
                <a:ea typeface="STIX Two Text Medium"/>
                <a:cs typeface="STIX Two Text Medium"/>
                <a:sym typeface="STIX Two Text Medium"/>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3_1">
    <p:bg>
      <p:bgPr>
        <a:solidFill>
          <a:schemeClr val="lt2"/>
        </a:solidFill>
      </p:bgPr>
    </p:bg>
    <p:spTree>
      <p:nvGrpSpPr>
        <p:cNvPr id="609" name="Shape 609"/>
        <p:cNvGrpSpPr/>
        <p:nvPr/>
      </p:nvGrpSpPr>
      <p:grpSpPr>
        <a:xfrm>
          <a:off x="0" y="0"/>
          <a:ext cx="0" cy="0"/>
          <a:chOff x="0" y="0"/>
          <a:chExt cx="0" cy="0"/>
        </a:xfrm>
      </p:grpSpPr>
      <p:sp>
        <p:nvSpPr>
          <p:cNvPr id="610" name="Google Shape;610;p54"/>
          <p:cNvSpPr/>
          <p:nvPr/>
        </p:nvSpPr>
        <p:spPr>
          <a:xfrm flipH="1">
            <a:off x="343200" y="342900"/>
            <a:ext cx="8800800" cy="480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1" name="Google Shape;611;p54"/>
          <p:cNvSpPr/>
          <p:nvPr/>
        </p:nvSpPr>
        <p:spPr>
          <a:xfrm flipH="1" rot="-5400000">
            <a:off x="343225" y="342900"/>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54"/>
          <p:cNvSpPr/>
          <p:nvPr/>
        </p:nvSpPr>
        <p:spPr>
          <a:xfrm flipH="1" rot="10800000">
            <a:off x="343225" y="4397825"/>
            <a:ext cx="745800" cy="745800"/>
          </a:xfrm>
          <a:prstGeom prst="halfFrame">
            <a:avLst>
              <a:gd fmla="val 21319" name="adj1"/>
              <a:gd fmla="val 21319" name="adj2"/>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13" name="Google Shape;613;p54"/>
          <p:cNvGrpSpPr/>
          <p:nvPr/>
        </p:nvGrpSpPr>
        <p:grpSpPr>
          <a:xfrm flipH="1">
            <a:off x="85800" y="76325"/>
            <a:ext cx="7808400" cy="5067300"/>
            <a:chOff x="1249800" y="76325"/>
            <a:chExt cx="7808400" cy="5067300"/>
          </a:xfrm>
        </p:grpSpPr>
        <p:cxnSp>
          <p:nvCxnSpPr>
            <p:cNvPr id="614" name="Google Shape;614;p54"/>
            <p:cNvCxnSpPr/>
            <p:nvPr/>
          </p:nvCxnSpPr>
          <p:spPr>
            <a:xfrm>
              <a:off x="1249800" y="85800"/>
              <a:ext cx="7808400" cy="0"/>
            </a:xfrm>
            <a:prstGeom prst="straightConnector1">
              <a:avLst/>
            </a:prstGeom>
            <a:noFill/>
            <a:ln cap="flat" cmpd="sng" w="19050">
              <a:solidFill>
                <a:schemeClr val="accent2"/>
              </a:solidFill>
              <a:prstDash val="solid"/>
              <a:round/>
              <a:headEnd len="med" w="med" type="none"/>
              <a:tailEnd len="med" w="med" type="none"/>
            </a:ln>
          </p:spPr>
        </p:cxnSp>
        <p:cxnSp>
          <p:nvCxnSpPr>
            <p:cNvPr id="615" name="Google Shape;615;p54"/>
            <p:cNvCxnSpPr/>
            <p:nvPr/>
          </p:nvCxnSpPr>
          <p:spPr>
            <a:xfrm rot="10800000">
              <a:off x="9058200" y="76325"/>
              <a:ext cx="0" cy="5067300"/>
            </a:xfrm>
            <a:prstGeom prst="straightConnector1">
              <a:avLst/>
            </a:prstGeom>
            <a:noFill/>
            <a:ln cap="flat" cmpd="sng" w="19050">
              <a:solidFill>
                <a:schemeClr val="accent2"/>
              </a:solidFill>
              <a:prstDash val="solid"/>
              <a:round/>
              <a:headEnd len="med" w="med" type="none"/>
              <a:tailEnd len="med" w="med" type="none"/>
            </a:ln>
          </p:spPr>
        </p:cxnSp>
      </p:grpSp>
      <p:grpSp>
        <p:nvGrpSpPr>
          <p:cNvPr id="616" name="Google Shape;616;p54"/>
          <p:cNvGrpSpPr/>
          <p:nvPr/>
        </p:nvGrpSpPr>
        <p:grpSpPr>
          <a:xfrm flipH="1">
            <a:off x="171600" y="162125"/>
            <a:ext cx="7722600" cy="4981500"/>
            <a:chOff x="1249800" y="162125"/>
            <a:chExt cx="7722600" cy="4981500"/>
          </a:xfrm>
        </p:grpSpPr>
        <p:cxnSp>
          <p:nvCxnSpPr>
            <p:cNvPr id="617" name="Google Shape;617;p54"/>
            <p:cNvCxnSpPr/>
            <p:nvPr/>
          </p:nvCxnSpPr>
          <p:spPr>
            <a:xfrm>
              <a:off x="1249800" y="171625"/>
              <a:ext cx="7722600" cy="0"/>
            </a:xfrm>
            <a:prstGeom prst="straightConnector1">
              <a:avLst/>
            </a:prstGeom>
            <a:noFill/>
            <a:ln cap="flat" cmpd="sng" w="19050">
              <a:solidFill>
                <a:schemeClr val="accent2"/>
              </a:solidFill>
              <a:prstDash val="solid"/>
              <a:round/>
              <a:headEnd len="med" w="med" type="none"/>
              <a:tailEnd len="med" w="med" type="none"/>
            </a:ln>
          </p:spPr>
        </p:cxnSp>
        <p:cxnSp>
          <p:nvCxnSpPr>
            <p:cNvPr id="618" name="Google Shape;618;p54"/>
            <p:cNvCxnSpPr/>
            <p:nvPr/>
          </p:nvCxnSpPr>
          <p:spPr>
            <a:xfrm rot="10800000">
              <a:off x="8972375" y="162125"/>
              <a:ext cx="0" cy="4981500"/>
            </a:xfrm>
            <a:prstGeom prst="straightConnector1">
              <a:avLst/>
            </a:prstGeom>
            <a:noFill/>
            <a:ln cap="flat" cmpd="sng" w="19050">
              <a:solidFill>
                <a:schemeClr val="accent2"/>
              </a:solidFill>
              <a:prstDash val="solid"/>
              <a:round/>
              <a:headEnd len="med" w="med" type="none"/>
              <a:tailEnd len="med" w="med" type="none"/>
            </a:ln>
          </p:spPr>
        </p:cxnSp>
      </p:grpSp>
      <p:grpSp>
        <p:nvGrpSpPr>
          <p:cNvPr id="619" name="Google Shape;619;p54"/>
          <p:cNvGrpSpPr/>
          <p:nvPr/>
        </p:nvGrpSpPr>
        <p:grpSpPr>
          <a:xfrm flipH="1">
            <a:off x="257400" y="247925"/>
            <a:ext cx="7636800" cy="4895700"/>
            <a:chOff x="1249800" y="247925"/>
            <a:chExt cx="7636800" cy="4895700"/>
          </a:xfrm>
        </p:grpSpPr>
        <p:cxnSp>
          <p:nvCxnSpPr>
            <p:cNvPr id="620" name="Google Shape;620;p54"/>
            <p:cNvCxnSpPr/>
            <p:nvPr/>
          </p:nvCxnSpPr>
          <p:spPr>
            <a:xfrm>
              <a:off x="1249800" y="257425"/>
              <a:ext cx="7636800" cy="0"/>
            </a:xfrm>
            <a:prstGeom prst="straightConnector1">
              <a:avLst/>
            </a:prstGeom>
            <a:noFill/>
            <a:ln cap="flat" cmpd="sng" w="19050">
              <a:solidFill>
                <a:schemeClr val="accent2"/>
              </a:solidFill>
              <a:prstDash val="solid"/>
              <a:round/>
              <a:headEnd len="med" w="med" type="none"/>
              <a:tailEnd len="med" w="med" type="none"/>
            </a:ln>
          </p:spPr>
        </p:cxnSp>
        <p:cxnSp>
          <p:nvCxnSpPr>
            <p:cNvPr id="621" name="Google Shape;621;p54"/>
            <p:cNvCxnSpPr/>
            <p:nvPr/>
          </p:nvCxnSpPr>
          <p:spPr>
            <a:xfrm rot="10800000">
              <a:off x="8886575" y="247925"/>
              <a:ext cx="0" cy="4895700"/>
            </a:xfrm>
            <a:prstGeom prst="straightConnector1">
              <a:avLst/>
            </a:prstGeom>
            <a:noFill/>
            <a:ln cap="flat" cmpd="sng" w="19050">
              <a:solidFill>
                <a:schemeClr val="accent2"/>
              </a:solidFill>
              <a:prstDash val="solid"/>
              <a:round/>
              <a:headEnd len="med" w="med" type="none"/>
              <a:tailEnd len="med" w="med" type="none"/>
            </a:ln>
          </p:spPr>
        </p:cxnSp>
      </p:grpSp>
      <p:sp>
        <p:nvSpPr>
          <p:cNvPr id="622" name="Google Shape;622;p54"/>
          <p:cNvSpPr txBox="1"/>
          <p:nvPr>
            <p:ph type="ctrTitle"/>
          </p:nvPr>
        </p:nvSpPr>
        <p:spPr>
          <a:xfrm>
            <a:off x="1375800" y="1703150"/>
            <a:ext cx="5485800" cy="1737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4800"/>
              <a:buFont typeface="STIX Two Text SemiBold"/>
              <a:buNone/>
              <a:defRPr sz="4800">
                <a:solidFill>
                  <a:schemeClr val="accent2"/>
                </a:solidFill>
              </a:defRPr>
            </a:lvl1pPr>
            <a:lvl2pPr lvl="1" algn="ctr">
              <a:spcBef>
                <a:spcPts val="0"/>
              </a:spcBef>
              <a:spcAft>
                <a:spcPts val="0"/>
              </a:spcAft>
              <a:buClr>
                <a:schemeClr val="accent2"/>
              </a:buClr>
              <a:buSzPts val="4800"/>
              <a:buNone/>
              <a:defRPr sz="4800">
                <a:solidFill>
                  <a:schemeClr val="accent2"/>
                </a:solidFill>
              </a:defRPr>
            </a:lvl2pPr>
            <a:lvl3pPr lvl="2" algn="ctr">
              <a:spcBef>
                <a:spcPts val="0"/>
              </a:spcBef>
              <a:spcAft>
                <a:spcPts val="0"/>
              </a:spcAft>
              <a:buClr>
                <a:schemeClr val="accent2"/>
              </a:buClr>
              <a:buSzPts val="4800"/>
              <a:buNone/>
              <a:defRPr sz="4800">
                <a:solidFill>
                  <a:schemeClr val="accent2"/>
                </a:solidFill>
              </a:defRPr>
            </a:lvl3pPr>
            <a:lvl4pPr lvl="3" algn="ctr">
              <a:spcBef>
                <a:spcPts val="0"/>
              </a:spcBef>
              <a:spcAft>
                <a:spcPts val="0"/>
              </a:spcAft>
              <a:buClr>
                <a:schemeClr val="accent2"/>
              </a:buClr>
              <a:buSzPts val="4800"/>
              <a:buNone/>
              <a:defRPr sz="4800">
                <a:solidFill>
                  <a:schemeClr val="accent2"/>
                </a:solidFill>
              </a:defRPr>
            </a:lvl4pPr>
            <a:lvl5pPr lvl="4" algn="ctr">
              <a:spcBef>
                <a:spcPts val="0"/>
              </a:spcBef>
              <a:spcAft>
                <a:spcPts val="0"/>
              </a:spcAft>
              <a:buClr>
                <a:schemeClr val="accent2"/>
              </a:buClr>
              <a:buSzPts val="4800"/>
              <a:buNone/>
              <a:defRPr sz="4800">
                <a:solidFill>
                  <a:schemeClr val="accent2"/>
                </a:solidFill>
              </a:defRPr>
            </a:lvl5pPr>
            <a:lvl6pPr lvl="5" algn="ctr">
              <a:spcBef>
                <a:spcPts val="0"/>
              </a:spcBef>
              <a:spcAft>
                <a:spcPts val="0"/>
              </a:spcAft>
              <a:buClr>
                <a:schemeClr val="accent2"/>
              </a:buClr>
              <a:buSzPts val="4800"/>
              <a:buNone/>
              <a:defRPr sz="4800">
                <a:solidFill>
                  <a:schemeClr val="accent2"/>
                </a:solidFill>
              </a:defRPr>
            </a:lvl6pPr>
            <a:lvl7pPr lvl="6" algn="ctr">
              <a:spcBef>
                <a:spcPts val="0"/>
              </a:spcBef>
              <a:spcAft>
                <a:spcPts val="0"/>
              </a:spcAft>
              <a:buClr>
                <a:schemeClr val="accent2"/>
              </a:buClr>
              <a:buSzPts val="4800"/>
              <a:buNone/>
              <a:defRPr sz="4800">
                <a:solidFill>
                  <a:schemeClr val="accent2"/>
                </a:solidFill>
              </a:defRPr>
            </a:lvl7pPr>
            <a:lvl8pPr lvl="7" algn="ctr">
              <a:spcBef>
                <a:spcPts val="0"/>
              </a:spcBef>
              <a:spcAft>
                <a:spcPts val="0"/>
              </a:spcAft>
              <a:buClr>
                <a:schemeClr val="accent2"/>
              </a:buClr>
              <a:buSzPts val="4800"/>
              <a:buNone/>
              <a:defRPr sz="4800">
                <a:solidFill>
                  <a:schemeClr val="accent2"/>
                </a:solidFill>
              </a:defRPr>
            </a:lvl8pPr>
            <a:lvl9pPr lvl="8" algn="ctr">
              <a:spcBef>
                <a:spcPts val="0"/>
              </a:spcBef>
              <a:spcAft>
                <a:spcPts val="0"/>
              </a:spcAft>
              <a:buClr>
                <a:schemeClr val="accent2"/>
              </a:buClr>
              <a:buSzPts val="4800"/>
              <a:buNone/>
              <a:defRPr sz="4800">
                <a:solidFill>
                  <a:schemeClr val="accent2"/>
                </a:solidFill>
              </a:defRPr>
            </a:lvl9pPr>
          </a:lstStyle>
          <a:p/>
        </p:txBody>
      </p:sp>
      <p:sp>
        <p:nvSpPr>
          <p:cNvPr id="623" name="Google Shape;623;p54"/>
          <p:cNvSpPr/>
          <p:nvPr/>
        </p:nvSpPr>
        <p:spPr>
          <a:xfrm rot="10800000">
            <a:off x="7894200" y="0"/>
            <a:ext cx="12498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624" name="Google Shape;624;p54"/>
          <p:cNvSpPr/>
          <p:nvPr/>
        </p:nvSpPr>
        <p:spPr>
          <a:xfrm rot="10800000">
            <a:off x="8151300" y="167450"/>
            <a:ext cx="735600" cy="1890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54"/>
          <p:cNvSpPr/>
          <p:nvPr/>
        </p:nvSpPr>
        <p:spPr>
          <a:xfrm rot="10800000">
            <a:off x="8151300" y="3088375"/>
            <a:ext cx="735600" cy="1887600"/>
          </a:xfrm>
          <a:prstGeom prst="plaque">
            <a:avLst>
              <a:gd fmla="val 2394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54"/>
          <p:cNvSpPr/>
          <p:nvPr/>
        </p:nvSpPr>
        <p:spPr>
          <a:xfrm rot="10800000">
            <a:off x="7997850" y="2264525"/>
            <a:ext cx="1042500" cy="635700"/>
          </a:xfrm>
          <a:prstGeom prst="hexagon">
            <a:avLst>
              <a:gd fmla="val 40849" name="adj"/>
              <a:gd fmla="val 115470" name="vf"/>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54"/>
          <p:cNvSpPr/>
          <p:nvPr/>
        </p:nvSpPr>
        <p:spPr>
          <a:xfrm rot="10800000">
            <a:off x="8336250" y="2399550"/>
            <a:ext cx="365700" cy="365700"/>
          </a:xfrm>
          <a:prstGeom prst="diamond">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628" name="Shape 628"/>
        <p:cNvGrpSpPr/>
        <p:nvPr/>
      </p:nvGrpSpPr>
      <p:grpSpPr>
        <a:xfrm>
          <a:off x="0" y="0"/>
          <a:ext cx="0" cy="0"/>
          <a:chOff x="0" y="0"/>
          <a:chExt cx="0" cy="0"/>
        </a:xfrm>
      </p:grpSpPr>
      <p:sp>
        <p:nvSpPr>
          <p:cNvPr id="629" name="Google Shape;629;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43" Type="http://schemas.openxmlformats.org/officeDocument/2006/relationships/theme" Target="../theme/theme1.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1pPr>
            <a:lvl2pPr lvl="1">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2pPr>
            <a:lvl3pPr lvl="2">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3pPr>
            <a:lvl4pPr lvl="3">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4pPr>
            <a:lvl5pPr lvl="4">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5pPr>
            <a:lvl6pPr lvl="5">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6pPr>
            <a:lvl7pPr lvl="6">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7pPr>
            <a:lvl8pPr lvl="7">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8pPr>
            <a:lvl9pPr lvl="8">
              <a:spcBef>
                <a:spcPts val="0"/>
              </a:spcBef>
              <a:spcAft>
                <a:spcPts val="0"/>
              </a:spcAft>
              <a:buClr>
                <a:schemeClr val="dk1"/>
              </a:buClr>
              <a:buSzPts val="3000"/>
              <a:buFont typeface="STIX Two Text SemiBold"/>
              <a:buNone/>
              <a:defRPr sz="3000">
                <a:solidFill>
                  <a:schemeClr val="dk1"/>
                </a:solidFill>
                <a:latin typeface="STIX Two Text SemiBold"/>
                <a:ea typeface="STIX Two Text SemiBold"/>
                <a:cs typeface="STIX Two Text SemiBold"/>
                <a:sym typeface="STIX Two Text SemiBold"/>
              </a:defRPr>
            </a:lvl9pPr>
          </a:lstStyle>
          <a:p/>
        </p:txBody>
      </p:sp>
      <p:sp>
        <p:nvSpPr>
          <p:cNvPr id="52" name="Google Shape;52;p13"/>
          <p:cNvSpPr txBox="1"/>
          <p:nvPr>
            <p:ph idx="1" type="body"/>
          </p:nvPr>
        </p:nvSpPr>
        <p:spPr>
          <a:xfrm>
            <a:off x="311700" y="1800050"/>
            <a:ext cx="3661800" cy="2072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1pPr>
            <a:lvl2pPr indent="-304800" lvl="1" marL="9144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2pPr>
            <a:lvl3pPr indent="-304800" lvl="2" marL="13716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3pPr>
            <a:lvl4pPr indent="-304800" lvl="3" marL="18288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4pPr>
            <a:lvl5pPr indent="-304800" lvl="4" marL="22860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5pPr>
            <a:lvl6pPr indent="-304800" lvl="5" marL="27432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6pPr>
            <a:lvl7pPr indent="-304800" lvl="6" marL="32004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7pPr>
            <a:lvl8pPr indent="-304800" lvl="7" marL="36576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8pPr>
            <a:lvl9pPr indent="-304800" lvl="8" marL="4114800">
              <a:spcBef>
                <a:spcPts val="0"/>
              </a:spcBef>
              <a:spcAft>
                <a:spcPts val="0"/>
              </a:spcAft>
              <a:buClr>
                <a:schemeClr val="dk2"/>
              </a:buClr>
              <a:buSzPts val="1200"/>
              <a:buFont typeface="STIX Two Text"/>
              <a:buChar char="■"/>
              <a:defRPr sz="1200">
                <a:solidFill>
                  <a:schemeClr val="dk2"/>
                </a:solidFill>
                <a:latin typeface="STIX Two Text"/>
                <a:ea typeface="STIX Two Text"/>
                <a:cs typeface="STIX Two Text"/>
                <a:sym typeface="STIX Two Text"/>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TIX Two Text"/>
                <a:ea typeface="STIX Two Text"/>
                <a:cs typeface="STIX Two Text"/>
                <a:sym typeface="STIX Two Text"/>
              </a:defRPr>
            </a:lvl1pPr>
            <a:lvl2pPr lvl="1" algn="r">
              <a:buNone/>
              <a:defRPr sz="1000">
                <a:solidFill>
                  <a:schemeClr val="dk2"/>
                </a:solidFill>
                <a:latin typeface="STIX Two Text"/>
                <a:ea typeface="STIX Two Text"/>
                <a:cs typeface="STIX Two Text"/>
                <a:sym typeface="STIX Two Text"/>
              </a:defRPr>
            </a:lvl2pPr>
            <a:lvl3pPr lvl="2" algn="r">
              <a:buNone/>
              <a:defRPr sz="1000">
                <a:solidFill>
                  <a:schemeClr val="dk2"/>
                </a:solidFill>
                <a:latin typeface="STIX Two Text"/>
                <a:ea typeface="STIX Two Text"/>
                <a:cs typeface="STIX Two Text"/>
                <a:sym typeface="STIX Two Text"/>
              </a:defRPr>
            </a:lvl3pPr>
            <a:lvl4pPr lvl="3" algn="r">
              <a:buNone/>
              <a:defRPr sz="1000">
                <a:solidFill>
                  <a:schemeClr val="dk2"/>
                </a:solidFill>
                <a:latin typeface="STIX Two Text"/>
                <a:ea typeface="STIX Two Text"/>
                <a:cs typeface="STIX Two Text"/>
                <a:sym typeface="STIX Two Text"/>
              </a:defRPr>
            </a:lvl4pPr>
            <a:lvl5pPr lvl="4" algn="r">
              <a:buNone/>
              <a:defRPr sz="1000">
                <a:solidFill>
                  <a:schemeClr val="dk2"/>
                </a:solidFill>
                <a:latin typeface="STIX Two Text"/>
                <a:ea typeface="STIX Two Text"/>
                <a:cs typeface="STIX Two Text"/>
                <a:sym typeface="STIX Two Text"/>
              </a:defRPr>
            </a:lvl5pPr>
            <a:lvl6pPr lvl="5" algn="r">
              <a:buNone/>
              <a:defRPr sz="1000">
                <a:solidFill>
                  <a:schemeClr val="dk2"/>
                </a:solidFill>
                <a:latin typeface="STIX Two Text"/>
                <a:ea typeface="STIX Two Text"/>
                <a:cs typeface="STIX Two Text"/>
                <a:sym typeface="STIX Two Text"/>
              </a:defRPr>
            </a:lvl6pPr>
            <a:lvl7pPr lvl="6" algn="r">
              <a:buNone/>
              <a:defRPr sz="1000">
                <a:solidFill>
                  <a:schemeClr val="dk2"/>
                </a:solidFill>
                <a:latin typeface="STIX Two Text"/>
                <a:ea typeface="STIX Two Text"/>
                <a:cs typeface="STIX Two Text"/>
                <a:sym typeface="STIX Two Text"/>
              </a:defRPr>
            </a:lvl7pPr>
            <a:lvl8pPr lvl="7" algn="r">
              <a:buNone/>
              <a:defRPr sz="1000">
                <a:solidFill>
                  <a:schemeClr val="dk2"/>
                </a:solidFill>
                <a:latin typeface="STIX Two Text"/>
                <a:ea typeface="STIX Two Text"/>
                <a:cs typeface="STIX Two Text"/>
                <a:sym typeface="STIX Two Text"/>
              </a:defRPr>
            </a:lvl8pPr>
            <a:lvl9pPr lvl="8" algn="r">
              <a:buNone/>
              <a:defRPr sz="1000">
                <a:solidFill>
                  <a:schemeClr val="dk2"/>
                </a:solidFill>
                <a:latin typeface="STIX Two Text"/>
                <a:ea typeface="STIX Two Text"/>
                <a:cs typeface="STIX Two Text"/>
                <a:sym typeface="STIX Two Tex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6"/>
          <p:cNvSpPr txBox="1"/>
          <p:nvPr>
            <p:ph type="ctrTitle"/>
          </p:nvPr>
        </p:nvSpPr>
        <p:spPr>
          <a:xfrm>
            <a:off x="1313375" y="1595525"/>
            <a:ext cx="7290300" cy="157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900"/>
              <a:t>Frequent Pattern </a:t>
            </a:r>
            <a:r>
              <a:rPr lang="en" sz="4900"/>
              <a:t>Growth</a:t>
            </a:r>
            <a:endParaRPr sz="4900"/>
          </a:p>
          <a:p>
            <a:pPr indent="0" lvl="0" marL="0" rtl="0" algn="ctr">
              <a:spcBef>
                <a:spcPts val="0"/>
              </a:spcBef>
              <a:spcAft>
                <a:spcPts val="0"/>
              </a:spcAft>
              <a:buNone/>
            </a:pPr>
            <a:r>
              <a:t/>
            </a:r>
            <a:endParaRPr sz="4100"/>
          </a:p>
          <a:p>
            <a:pPr indent="0" lvl="0" marL="0" rtl="0" algn="ctr">
              <a:spcBef>
                <a:spcPts val="0"/>
              </a:spcBef>
              <a:spcAft>
                <a:spcPts val="0"/>
              </a:spcAft>
              <a:buClr>
                <a:schemeClr val="dk2"/>
              </a:buClr>
              <a:buSzPts val="1100"/>
              <a:buFont typeface="Arial"/>
              <a:buNone/>
            </a:pPr>
            <a:r>
              <a:rPr lang="en" sz="4100"/>
              <a:t>(FP Growth)</a:t>
            </a:r>
            <a:endParaRPr sz="4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7"/>
          <p:cNvSpPr txBox="1"/>
          <p:nvPr>
            <p:ph idx="3" type="body"/>
          </p:nvPr>
        </p:nvSpPr>
        <p:spPr>
          <a:xfrm>
            <a:off x="504375" y="3533675"/>
            <a:ext cx="8363100" cy="10356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The above-given data is a hypothetical dataset of transactions with each letter representing an item.</a:t>
            </a:r>
            <a:endParaRPr sz="1500"/>
          </a:p>
          <a:p>
            <a:pPr indent="-323850" lvl="0" marL="457200" rtl="0" algn="l">
              <a:spcBef>
                <a:spcPts val="0"/>
              </a:spcBef>
              <a:spcAft>
                <a:spcPts val="0"/>
              </a:spcAft>
              <a:buSzPts val="1500"/>
              <a:buChar char="●"/>
            </a:pPr>
            <a:r>
              <a:rPr lang="en" sz="1500"/>
              <a:t>Let the minimum support be 3.</a:t>
            </a:r>
            <a:endParaRPr sz="1500"/>
          </a:p>
          <a:p>
            <a:pPr indent="0" lvl="0" marL="0" rtl="0" algn="l">
              <a:spcBef>
                <a:spcPts val="1200"/>
              </a:spcBef>
              <a:spcAft>
                <a:spcPts val="1200"/>
              </a:spcAft>
              <a:buNone/>
            </a:pPr>
            <a:r>
              <a:t/>
            </a:r>
            <a:endParaRPr/>
          </a:p>
        </p:txBody>
      </p:sp>
      <p:graphicFrame>
        <p:nvGraphicFramePr>
          <p:cNvPr id="640" name="Google Shape;640;p57"/>
          <p:cNvGraphicFramePr/>
          <p:nvPr/>
        </p:nvGraphicFramePr>
        <p:xfrm>
          <a:off x="1066425" y="1004075"/>
          <a:ext cx="3000000" cy="3000000"/>
        </p:xfrm>
        <a:graphic>
          <a:graphicData uri="http://schemas.openxmlformats.org/drawingml/2006/table">
            <a:tbl>
              <a:tblPr>
                <a:noFill/>
                <a:tableStyleId>{4A4E9209-CCCE-4438-9D92-AD5AAE7C1939}</a:tableStyleId>
              </a:tblPr>
              <a:tblGrid>
                <a:gridCol w="3619500"/>
                <a:gridCol w="3619500"/>
              </a:tblGrid>
              <a:tr h="381000">
                <a:tc>
                  <a:txBody>
                    <a:bodyPr/>
                    <a:lstStyle/>
                    <a:p>
                      <a:pPr indent="0" lvl="0" marL="0" rtl="0" algn="ctr">
                        <a:spcBef>
                          <a:spcPts val="0"/>
                        </a:spcBef>
                        <a:spcAft>
                          <a:spcPts val="0"/>
                        </a:spcAft>
                        <a:buNone/>
                      </a:pPr>
                      <a:r>
                        <a:rPr b="1" lang="en"/>
                        <a:t>TransactionID</a:t>
                      </a:r>
                      <a:endParaRPr b="1"/>
                    </a:p>
                  </a:txBody>
                  <a:tcPr marT="91425" marB="91425" marR="91425" marL="91425"/>
                </a:tc>
                <a:tc>
                  <a:txBody>
                    <a:bodyPr/>
                    <a:lstStyle/>
                    <a:p>
                      <a:pPr indent="0" lvl="0" marL="0" rtl="0" algn="ctr">
                        <a:spcBef>
                          <a:spcPts val="0"/>
                        </a:spcBef>
                        <a:spcAft>
                          <a:spcPts val="0"/>
                        </a:spcAft>
                        <a:buNone/>
                      </a:pPr>
                      <a:r>
                        <a:rPr b="1" lang="en"/>
                        <a:t>Items</a:t>
                      </a:r>
                      <a:endParaRPr b="1"/>
                    </a:p>
                  </a:txBody>
                  <a:tcPr marT="91425" marB="91425" marR="91425" marL="91425"/>
                </a:tc>
              </a:tr>
              <a:tr h="381000">
                <a:tc>
                  <a:txBody>
                    <a:bodyPr/>
                    <a:lstStyle/>
                    <a:p>
                      <a:pPr indent="0" lvl="0" marL="0" rtl="0" algn="ctr">
                        <a:spcBef>
                          <a:spcPts val="0"/>
                        </a:spcBef>
                        <a:spcAft>
                          <a:spcPts val="0"/>
                        </a:spcAft>
                        <a:buNone/>
                      </a:pPr>
                      <a:r>
                        <a:rPr lang="en"/>
                        <a:t>T1</a:t>
                      </a:r>
                      <a:endParaRPr/>
                    </a:p>
                  </a:txBody>
                  <a:tcPr marT="91425" marB="91425" marR="91425" marL="91425"/>
                </a:tc>
                <a:tc>
                  <a:txBody>
                    <a:bodyPr/>
                    <a:lstStyle/>
                    <a:p>
                      <a:pPr indent="0" lvl="0" marL="0" rtl="0" algn="ctr">
                        <a:spcBef>
                          <a:spcPts val="0"/>
                        </a:spcBef>
                        <a:spcAft>
                          <a:spcPts val="0"/>
                        </a:spcAft>
                        <a:buNone/>
                      </a:pPr>
                      <a:r>
                        <a:rPr lang="en"/>
                        <a:t>{E K M N O Y}</a:t>
                      </a:r>
                      <a:endParaRPr/>
                    </a:p>
                  </a:txBody>
                  <a:tcPr marT="91425" marB="91425" marR="91425" marL="91425"/>
                </a:tc>
              </a:tr>
              <a:tr h="381000">
                <a:tc>
                  <a:txBody>
                    <a:bodyPr/>
                    <a:lstStyle/>
                    <a:p>
                      <a:pPr indent="0" lvl="0" marL="0" rtl="0" algn="ctr">
                        <a:spcBef>
                          <a:spcPts val="0"/>
                        </a:spcBef>
                        <a:spcAft>
                          <a:spcPts val="0"/>
                        </a:spcAft>
                        <a:buNone/>
                      </a:pPr>
                      <a:r>
                        <a:rPr lang="en"/>
                        <a:t>T2</a:t>
                      </a:r>
                      <a:endParaRPr/>
                    </a:p>
                  </a:txBody>
                  <a:tcPr marT="91425" marB="91425" marR="91425" marL="91425"/>
                </a:tc>
                <a:tc>
                  <a:txBody>
                    <a:bodyPr/>
                    <a:lstStyle/>
                    <a:p>
                      <a:pPr indent="0" lvl="0" marL="0" rtl="0" algn="ctr">
                        <a:spcBef>
                          <a:spcPts val="0"/>
                        </a:spcBef>
                        <a:spcAft>
                          <a:spcPts val="0"/>
                        </a:spcAft>
                        <a:buNone/>
                      </a:pPr>
                      <a:r>
                        <a:rPr lang="en"/>
                        <a:t>{D E K N O Y}</a:t>
                      </a:r>
                      <a:endParaRPr/>
                    </a:p>
                  </a:txBody>
                  <a:tcPr marT="91425" marB="91425" marR="91425" marL="91425"/>
                </a:tc>
              </a:tr>
              <a:tr h="381000">
                <a:tc>
                  <a:txBody>
                    <a:bodyPr/>
                    <a:lstStyle/>
                    <a:p>
                      <a:pPr indent="0" lvl="0" marL="0" rtl="0" algn="ctr">
                        <a:spcBef>
                          <a:spcPts val="0"/>
                        </a:spcBef>
                        <a:spcAft>
                          <a:spcPts val="0"/>
                        </a:spcAft>
                        <a:buNone/>
                      </a:pPr>
                      <a:r>
                        <a:rPr lang="en"/>
                        <a:t>T3</a:t>
                      </a:r>
                      <a:endParaRPr/>
                    </a:p>
                  </a:txBody>
                  <a:tcPr marT="91425" marB="91425" marR="91425" marL="91425"/>
                </a:tc>
                <a:tc>
                  <a:txBody>
                    <a:bodyPr/>
                    <a:lstStyle/>
                    <a:p>
                      <a:pPr indent="0" lvl="0" marL="0" rtl="0" algn="ctr">
                        <a:spcBef>
                          <a:spcPts val="0"/>
                        </a:spcBef>
                        <a:spcAft>
                          <a:spcPts val="0"/>
                        </a:spcAft>
                        <a:buNone/>
                      </a:pPr>
                      <a:r>
                        <a:rPr lang="en"/>
                        <a:t>{A E K M}</a:t>
                      </a:r>
                      <a:endParaRPr/>
                    </a:p>
                  </a:txBody>
                  <a:tcPr marT="91425" marB="91425" marR="91425" marL="91425"/>
                </a:tc>
              </a:tr>
              <a:tr h="381000">
                <a:tc>
                  <a:txBody>
                    <a:bodyPr/>
                    <a:lstStyle/>
                    <a:p>
                      <a:pPr indent="0" lvl="0" marL="0" rtl="0" algn="ctr">
                        <a:spcBef>
                          <a:spcPts val="0"/>
                        </a:spcBef>
                        <a:spcAft>
                          <a:spcPts val="0"/>
                        </a:spcAft>
                        <a:buNone/>
                      </a:pPr>
                      <a:r>
                        <a:rPr lang="en"/>
                        <a:t>T4</a:t>
                      </a:r>
                      <a:endParaRPr/>
                    </a:p>
                  </a:txBody>
                  <a:tcPr marT="91425" marB="91425" marR="91425" marL="91425"/>
                </a:tc>
                <a:tc>
                  <a:txBody>
                    <a:bodyPr/>
                    <a:lstStyle/>
                    <a:p>
                      <a:pPr indent="0" lvl="0" marL="0" rtl="0" algn="ctr">
                        <a:spcBef>
                          <a:spcPts val="0"/>
                        </a:spcBef>
                        <a:spcAft>
                          <a:spcPts val="0"/>
                        </a:spcAft>
                        <a:buNone/>
                      </a:pPr>
                      <a:r>
                        <a:rPr lang="en"/>
                        <a:t>{C K M U Y}</a:t>
                      </a:r>
                      <a:endParaRPr/>
                    </a:p>
                  </a:txBody>
                  <a:tcPr marT="91425" marB="91425" marR="91425" marL="91425"/>
                </a:tc>
              </a:tr>
              <a:tr h="381000">
                <a:tc>
                  <a:txBody>
                    <a:bodyPr/>
                    <a:lstStyle/>
                    <a:p>
                      <a:pPr indent="0" lvl="0" marL="0" rtl="0" algn="ctr">
                        <a:spcBef>
                          <a:spcPts val="0"/>
                        </a:spcBef>
                        <a:spcAft>
                          <a:spcPts val="0"/>
                        </a:spcAft>
                        <a:buNone/>
                      </a:pPr>
                      <a:r>
                        <a:rPr lang="en"/>
                        <a:t>T5</a:t>
                      </a:r>
                      <a:endParaRPr/>
                    </a:p>
                  </a:txBody>
                  <a:tcPr marT="91425" marB="91425" marR="91425" marL="91425"/>
                </a:tc>
                <a:tc>
                  <a:txBody>
                    <a:bodyPr/>
                    <a:lstStyle/>
                    <a:p>
                      <a:pPr indent="0" lvl="0" marL="0" rtl="0" algn="ctr">
                        <a:spcBef>
                          <a:spcPts val="0"/>
                        </a:spcBef>
                        <a:spcAft>
                          <a:spcPts val="0"/>
                        </a:spcAft>
                        <a:buNone/>
                      </a:pPr>
                      <a:r>
                        <a:rPr lang="en"/>
                        <a:t>{C E I K O O}</a:t>
                      </a:r>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graphicFrame>
        <p:nvGraphicFramePr>
          <p:cNvPr id="645" name="Google Shape;645;p58"/>
          <p:cNvGraphicFramePr/>
          <p:nvPr/>
        </p:nvGraphicFramePr>
        <p:xfrm>
          <a:off x="256375" y="744525"/>
          <a:ext cx="3000000" cy="3000000"/>
        </p:xfrm>
        <a:graphic>
          <a:graphicData uri="http://schemas.openxmlformats.org/drawingml/2006/table">
            <a:tbl>
              <a:tblPr>
                <a:noFill/>
                <a:tableStyleId>{4A4E9209-CCCE-4438-9D92-AD5AAE7C1939}</a:tableStyleId>
              </a:tblPr>
              <a:tblGrid>
                <a:gridCol w="1472950"/>
                <a:gridCol w="2093250"/>
              </a:tblGrid>
              <a:tr h="610850">
                <a:tc>
                  <a:txBody>
                    <a:bodyPr/>
                    <a:lstStyle/>
                    <a:p>
                      <a:pPr indent="0" lvl="0" marL="0" rtl="0" algn="ctr">
                        <a:spcBef>
                          <a:spcPts val="0"/>
                        </a:spcBef>
                        <a:spcAft>
                          <a:spcPts val="0"/>
                        </a:spcAft>
                        <a:buNone/>
                      </a:pPr>
                      <a:r>
                        <a:rPr b="1" lang="en"/>
                        <a:t>Transaction ID</a:t>
                      </a:r>
                      <a:endParaRPr b="1"/>
                    </a:p>
                  </a:txBody>
                  <a:tcPr marT="91425" marB="91425" marR="91425" marL="91425"/>
                </a:tc>
                <a:tc>
                  <a:txBody>
                    <a:bodyPr/>
                    <a:lstStyle/>
                    <a:p>
                      <a:pPr indent="0" lvl="0" marL="0" rtl="0" algn="ctr">
                        <a:spcBef>
                          <a:spcPts val="0"/>
                        </a:spcBef>
                        <a:spcAft>
                          <a:spcPts val="0"/>
                        </a:spcAft>
                        <a:buNone/>
                      </a:pPr>
                      <a:r>
                        <a:rPr b="1" lang="en"/>
                        <a:t>Items</a:t>
                      </a:r>
                      <a:endParaRPr b="1"/>
                    </a:p>
                  </a:txBody>
                  <a:tcPr marT="91425" marB="91425" marR="91425" marL="91425"/>
                </a:tc>
              </a:tr>
              <a:tr h="565175">
                <a:tc>
                  <a:txBody>
                    <a:bodyPr/>
                    <a:lstStyle/>
                    <a:p>
                      <a:pPr indent="0" lvl="0" marL="0" rtl="0" algn="ctr">
                        <a:spcBef>
                          <a:spcPts val="0"/>
                        </a:spcBef>
                        <a:spcAft>
                          <a:spcPts val="0"/>
                        </a:spcAft>
                        <a:buNone/>
                      </a:pPr>
                      <a:r>
                        <a:rPr lang="en"/>
                        <a:t>T1</a:t>
                      </a:r>
                      <a:endParaRPr/>
                    </a:p>
                  </a:txBody>
                  <a:tcPr marT="91425" marB="91425" marR="91425" marL="91425"/>
                </a:tc>
                <a:tc>
                  <a:txBody>
                    <a:bodyPr/>
                    <a:lstStyle/>
                    <a:p>
                      <a:pPr indent="0" lvl="0" marL="0" rtl="0" algn="ctr">
                        <a:spcBef>
                          <a:spcPts val="0"/>
                        </a:spcBef>
                        <a:spcAft>
                          <a:spcPts val="0"/>
                        </a:spcAft>
                        <a:buNone/>
                      </a:pPr>
                      <a:r>
                        <a:rPr lang="en"/>
                        <a:t>{E K M N O Y}</a:t>
                      </a:r>
                      <a:endParaRPr/>
                    </a:p>
                  </a:txBody>
                  <a:tcPr marT="91425" marB="91425" marR="91425" marL="91425"/>
                </a:tc>
              </a:tr>
              <a:tr h="565175">
                <a:tc>
                  <a:txBody>
                    <a:bodyPr/>
                    <a:lstStyle/>
                    <a:p>
                      <a:pPr indent="0" lvl="0" marL="0" rtl="0" algn="ctr">
                        <a:spcBef>
                          <a:spcPts val="0"/>
                        </a:spcBef>
                        <a:spcAft>
                          <a:spcPts val="0"/>
                        </a:spcAft>
                        <a:buNone/>
                      </a:pPr>
                      <a:r>
                        <a:rPr lang="en"/>
                        <a:t>T2</a:t>
                      </a:r>
                      <a:endParaRPr/>
                    </a:p>
                  </a:txBody>
                  <a:tcPr marT="91425" marB="91425" marR="91425" marL="91425"/>
                </a:tc>
                <a:tc>
                  <a:txBody>
                    <a:bodyPr/>
                    <a:lstStyle/>
                    <a:p>
                      <a:pPr indent="0" lvl="0" marL="0" rtl="0" algn="ctr">
                        <a:spcBef>
                          <a:spcPts val="0"/>
                        </a:spcBef>
                        <a:spcAft>
                          <a:spcPts val="0"/>
                        </a:spcAft>
                        <a:buNone/>
                      </a:pPr>
                      <a:r>
                        <a:rPr lang="en"/>
                        <a:t>{D E K N O Y}</a:t>
                      </a:r>
                      <a:endParaRPr/>
                    </a:p>
                  </a:txBody>
                  <a:tcPr marT="91425" marB="91425" marR="91425" marL="91425"/>
                </a:tc>
              </a:tr>
              <a:tr h="565175">
                <a:tc>
                  <a:txBody>
                    <a:bodyPr/>
                    <a:lstStyle/>
                    <a:p>
                      <a:pPr indent="0" lvl="0" marL="0" rtl="0" algn="ctr">
                        <a:spcBef>
                          <a:spcPts val="0"/>
                        </a:spcBef>
                        <a:spcAft>
                          <a:spcPts val="0"/>
                        </a:spcAft>
                        <a:buNone/>
                      </a:pPr>
                      <a:r>
                        <a:rPr lang="en"/>
                        <a:t>T3</a:t>
                      </a:r>
                      <a:endParaRPr/>
                    </a:p>
                  </a:txBody>
                  <a:tcPr marT="91425" marB="91425" marR="91425" marL="91425"/>
                </a:tc>
                <a:tc>
                  <a:txBody>
                    <a:bodyPr/>
                    <a:lstStyle/>
                    <a:p>
                      <a:pPr indent="0" lvl="0" marL="0" rtl="0" algn="ctr">
                        <a:spcBef>
                          <a:spcPts val="0"/>
                        </a:spcBef>
                        <a:spcAft>
                          <a:spcPts val="0"/>
                        </a:spcAft>
                        <a:buNone/>
                      </a:pPr>
                      <a:r>
                        <a:rPr lang="en"/>
                        <a:t>{A E K M}</a:t>
                      </a:r>
                      <a:endParaRPr/>
                    </a:p>
                  </a:txBody>
                  <a:tcPr marT="91425" marB="91425" marR="91425" marL="91425"/>
                </a:tc>
              </a:tr>
              <a:tr h="565175">
                <a:tc>
                  <a:txBody>
                    <a:bodyPr/>
                    <a:lstStyle/>
                    <a:p>
                      <a:pPr indent="0" lvl="0" marL="0" rtl="0" algn="ctr">
                        <a:spcBef>
                          <a:spcPts val="0"/>
                        </a:spcBef>
                        <a:spcAft>
                          <a:spcPts val="0"/>
                        </a:spcAft>
                        <a:buNone/>
                      </a:pPr>
                      <a:r>
                        <a:rPr lang="en"/>
                        <a:t>T4</a:t>
                      </a:r>
                      <a:endParaRPr/>
                    </a:p>
                  </a:txBody>
                  <a:tcPr marT="91425" marB="91425" marR="91425" marL="91425"/>
                </a:tc>
                <a:tc>
                  <a:txBody>
                    <a:bodyPr/>
                    <a:lstStyle/>
                    <a:p>
                      <a:pPr indent="0" lvl="0" marL="0" rtl="0" algn="ctr">
                        <a:spcBef>
                          <a:spcPts val="0"/>
                        </a:spcBef>
                        <a:spcAft>
                          <a:spcPts val="0"/>
                        </a:spcAft>
                        <a:buNone/>
                      </a:pPr>
                      <a:r>
                        <a:rPr lang="en"/>
                        <a:t>{C K M U Y}</a:t>
                      </a:r>
                      <a:endParaRPr/>
                    </a:p>
                  </a:txBody>
                  <a:tcPr marT="91425" marB="91425" marR="91425" marL="91425"/>
                </a:tc>
              </a:tr>
              <a:tr h="565175">
                <a:tc>
                  <a:txBody>
                    <a:bodyPr/>
                    <a:lstStyle/>
                    <a:p>
                      <a:pPr indent="0" lvl="0" marL="0" rtl="0" algn="ctr">
                        <a:spcBef>
                          <a:spcPts val="0"/>
                        </a:spcBef>
                        <a:spcAft>
                          <a:spcPts val="0"/>
                        </a:spcAft>
                        <a:buNone/>
                      </a:pPr>
                      <a:r>
                        <a:rPr lang="en"/>
                        <a:t>T5</a:t>
                      </a:r>
                      <a:endParaRPr/>
                    </a:p>
                  </a:txBody>
                  <a:tcPr marT="91425" marB="91425" marR="91425" marL="91425"/>
                </a:tc>
                <a:tc>
                  <a:txBody>
                    <a:bodyPr/>
                    <a:lstStyle/>
                    <a:p>
                      <a:pPr indent="0" lvl="0" marL="0" rtl="0" algn="ctr">
                        <a:spcBef>
                          <a:spcPts val="0"/>
                        </a:spcBef>
                        <a:spcAft>
                          <a:spcPts val="0"/>
                        </a:spcAft>
                        <a:buNone/>
                      </a:pPr>
                      <a:r>
                        <a:rPr lang="en"/>
                        <a:t>{C E I K O O}</a:t>
                      </a:r>
                      <a:endParaRPr/>
                    </a:p>
                  </a:txBody>
                  <a:tcPr marT="91425" marB="91425" marR="91425" marL="91425"/>
                </a:tc>
              </a:tr>
            </a:tbl>
          </a:graphicData>
        </a:graphic>
      </p:graphicFrame>
      <p:graphicFrame>
        <p:nvGraphicFramePr>
          <p:cNvPr id="646" name="Google Shape;646;p58"/>
          <p:cNvGraphicFramePr/>
          <p:nvPr/>
        </p:nvGraphicFramePr>
        <p:xfrm>
          <a:off x="6607075" y="75538"/>
          <a:ext cx="3000000" cy="3000000"/>
        </p:xfrm>
        <a:graphic>
          <a:graphicData uri="http://schemas.openxmlformats.org/drawingml/2006/table">
            <a:tbl>
              <a:tblPr>
                <a:noFill/>
                <a:tableStyleId>{4A4E9209-CCCE-4438-9D92-AD5AAE7C1939}</a:tableStyleId>
              </a:tblPr>
              <a:tblGrid>
                <a:gridCol w="1201200"/>
                <a:gridCol w="1201200"/>
              </a:tblGrid>
              <a:tr h="363975">
                <a:tc>
                  <a:txBody>
                    <a:bodyPr/>
                    <a:lstStyle/>
                    <a:p>
                      <a:pPr indent="0" lvl="0" marL="0" rtl="0" algn="l">
                        <a:spcBef>
                          <a:spcPts val="0"/>
                        </a:spcBef>
                        <a:spcAft>
                          <a:spcPts val="0"/>
                        </a:spcAft>
                        <a:buNone/>
                      </a:pPr>
                      <a:r>
                        <a:rPr b="1" lang="en" sz="1200">
                          <a:solidFill>
                            <a:schemeClr val="lt2"/>
                          </a:solidFill>
                        </a:rPr>
                        <a:t>Item</a:t>
                      </a:r>
                      <a:endParaRPr b="1" sz="1200">
                        <a:solidFill>
                          <a:schemeClr val="lt2"/>
                        </a:solidFill>
                      </a:endParaRPr>
                    </a:p>
                  </a:txBody>
                  <a:tcPr marT="91425" marB="91425" marR="91425" marL="91425"/>
                </a:tc>
                <a:tc>
                  <a:txBody>
                    <a:bodyPr/>
                    <a:lstStyle/>
                    <a:p>
                      <a:pPr indent="0" lvl="0" marL="0" rtl="0" algn="l">
                        <a:spcBef>
                          <a:spcPts val="0"/>
                        </a:spcBef>
                        <a:spcAft>
                          <a:spcPts val="0"/>
                        </a:spcAft>
                        <a:buNone/>
                      </a:pPr>
                      <a:r>
                        <a:rPr b="1" lang="en" sz="1200">
                          <a:solidFill>
                            <a:schemeClr val="lt2"/>
                          </a:solidFill>
                        </a:rPr>
                        <a:t>Frequency</a:t>
                      </a:r>
                      <a:endParaRPr b="1" sz="1200">
                        <a:solidFill>
                          <a:schemeClr val="lt2"/>
                        </a:solidFill>
                      </a:endParaRPr>
                    </a:p>
                  </a:txBody>
                  <a:tcPr marT="91425" marB="91425" marR="91425" marL="91425"/>
                </a:tc>
              </a:tr>
              <a:tr h="240500">
                <a:tc>
                  <a:txBody>
                    <a:bodyPr/>
                    <a:lstStyle/>
                    <a:p>
                      <a:pPr indent="0" lvl="0" marL="0" rtl="0" algn="l">
                        <a:spcBef>
                          <a:spcPts val="0"/>
                        </a:spcBef>
                        <a:spcAft>
                          <a:spcPts val="0"/>
                        </a:spcAft>
                        <a:buNone/>
                      </a:pPr>
                      <a:r>
                        <a:rPr lang="en" sz="1200"/>
                        <a:t>A</a:t>
                      </a:r>
                      <a:endParaRPr sz="1200"/>
                    </a:p>
                  </a:txBody>
                  <a:tcPr marT="91425" marB="91425" marR="91425" marL="91425"/>
                </a:tc>
                <a:tc>
                  <a:txBody>
                    <a:bodyPr/>
                    <a:lstStyle/>
                    <a:p>
                      <a:pPr indent="0" lvl="0" marL="0" rtl="0" algn="l">
                        <a:spcBef>
                          <a:spcPts val="0"/>
                        </a:spcBef>
                        <a:spcAft>
                          <a:spcPts val="0"/>
                        </a:spcAft>
                        <a:buNone/>
                      </a:pPr>
                      <a:r>
                        <a:rPr lang="en" sz="1200"/>
                        <a:t>1</a:t>
                      </a:r>
                      <a:endParaRPr sz="1200"/>
                    </a:p>
                  </a:txBody>
                  <a:tcPr marT="91425" marB="91425" marR="91425" marL="91425"/>
                </a:tc>
              </a:tr>
              <a:tr h="224750">
                <a:tc>
                  <a:txBody>
                    <a:bodyPr/>
                    <a:lstStyle/>
                    <a:p>
                      <a:pPr indent="0" lvl="0" marL="0" rtl="0" algn="l">
                        <a:spcBef>
                          <a:spcPts val="0"/>
                        </a:spcBef>
                        <a:spcAft>
                          <a:spcPts val="0"/>
                        </a:spcAft>
                        <a:buNone/>
                      </a:pPr>
                      <a:r>
                        <a:rPr lang="en" sz="1200"/>
                        <a:t>C</a:t>
                      </a:r>
                      <a:endParaRPr sz="1200"/>
                    </a:p>
                  </a:txBody>
                  <a:tcPr marT="91425" marB="91425" marR="91425" marL="91425"/>
                </a:tc>
                <a:tc>
                  <a:txBody>
                    <a:bodyPr/>
                    <a:lstStyle/>
                    <a:p>
                      <a:pPr indent="0" lvl="0" marL="0" rtl="0" algn="l">
                        <a:spcBef>
                          <a:spcPts val="0"/>
                        </a:spcBef>
                        <a:spcAft>
                          <a:spcPts val="0"/>
                        </a:spcAft>
                        <a:buNone/>
                      </a:pPr>
                      <a:r>
                        <a:rPr lang="en" sz="1200"/>
                        <a:t>2</a:t>
                      </a:r>
                      <a:endParaRPr sz="1200"/>
                    </a:p>
                  </a:txBody>
                  <a:tcPr marT="91425" marB="91425" marR="91425" marL="91425"/>
                </a:tc>
              </a:tr>
              <a:tr h="169725">
                <a:tc>
                  <a:txBody>
                    <a:bodyPr/>
                    <a:lstStyle/>
                    <a:p>
                      <a:pPr indent="0" lvl="0" marL="0" rtl="0" algn="l">
                        <a:spcBef>
                          <a:spcPts val="0"/>
                        </a:spcBef>
                        <a:spcAft>
                          <a:spcPts val="0"/>
                        </a:spcAft>
                        <a:buNone/>
                      </a:pPr>
                      <a:r>
                        <a:rPr lang="en" sz="1200"/>
                        <a:t>D</a:t>
                      </a:r>
                      <a:endParaRPr sz="1200"/>
                    </a:p>
                  </a:txBody>
                  <a:tcPr marT="91425" marB="91425" marR="91425" marL="91425"/>
                </a:tc>
                <a:tc>
                  <a:txBody>
                    <a:bodyPr/>
                    <a:lstStyle/>
                    <a:p>
                      <a:pPr indent="0" lvl="0" marL="0" rtl="0" algn="l">
                        <a:spcBef>
                          <a:spcPts val="0"/>
                        </a:spcBef>
                        <a:spcAft>
                          <a:spcPts val="0"/>
                        </a:spcAft>
                        <a:buNone/>
                      </a:pPr>
                      <a:r>
                        <a:rPr lang="en" sz="1200"/>
                        <a:t>1</a:t>
                      </a:r>
                      <a:endParaRPr sz="1200"/>
                    </a:p>
                  </a:txBody>
                  <a:tcPr marT="91425" marB="91425" marR="91425" marL="91425"/>
                </a:tc>
              </a:tr>
              <a:tr h="169700">
                <a:tc>
                  <a:txBody>
                    <a:bodyPr/>
                    <a:lstStyle/>
                    <a:p>
                      <a:pPr indent="0" lvl="0" marL="0" rtl="0" algn="l">
                        <a:spcBef>
                          <a:spcPts val="0"/>
                        </a:spcBef>
                        <a:spcAft>
                          <a:spcPts val="0"/>
                        </a:spcAft>
                        <a:buNone/>
                      </a:pPr>
                      <a:r>
                        <a:rPr lang="en" sz="1200"/>
                        <a:t>E</a:t>
                      </a:r>
                      <a:endParaRPr sz="1200"/>
                    </a:p>
                  </a:txBody>
                  <a:tcPr marT="91425" marB="91425" marR="91425" marL="91425"/>
                </a:tc>
                <a:tc>
                  <a:txBody>
                    <a:bodyPr/>
                    <a:lstStyle/>
                    <a:p>
                      <a:pPr indent="0" lvl="0" marL="0" rtl="0" algn="l">
                        <a:spcBef>
                          <a:spcPts val="0"/>
                        </a:spcBef>
                        <a:spcAft>
                          <a:spcPts val="0"/>
                        </a:spcAft>
                        <a:buNone/>
                      </a:pPr>
                      <a:r>
                        <a:rPr lang="en" sz="1200"/>
                        <a:t>4</a:t>
                      </a:r>
                      <a:endParaRPr sz="1200"/>
                    </a:p>
                  </a:txBody>
                  <a:tcPr marT="91425" marB="91425" marR="91425" marL="91425"/>
                </a:tc>
              </a:tr>
              <a:tr h="167825">
                <a:tc>
                  <a:txBody>
                    <a:bodyPr/>
                    <a:lstStyle/>
                    <a:p>
                      <a:pPr indent="0" lvl="0" marL="0" rtl="0" algn="l">
                        <a:spcBef>
                          <a:spcPts val="0"/>
                        </a:spcBef>
                        <a:spcAft>
                          <a:spcPts val="0"/>
                        </a:spcAft>
                        <a:buNone/>
                      </a:pPr>
                      <a:r>
                        <a:rPr lang="en" sz="1200"/>
                        <a:t>I</a:t>
                      </a:r>
                      <a:endParaRPr sz="1200"/>
                    </a:p>
                  </a:txBody>
                  <a:tcPr marT="91425" marB="91425" marR="91425" marL="91425"/>
                </a:tc>
                <a:tc>
                  <a:txBody>
                    <a:bodyPr/>
                    <a:lstStyle/>
                    <a:p>
                      <a:pPr indent="0" lvl="0" marL="0" rtl="0" algn="l">
                        <a:spcBef>
                          <a:spcPts val="0"/>
                        </a:spcBef>
                        <a:spcAft>
                          <a:spcPts val="0"/>
                        </a:spcAft>
                        <a:buNone/>
                      </a:pPr>
                      <a:r>
                        <a:rPr lang="en" sz="1200"/>
                        <a:t>1</a:t>
                      </a:r>
                      <a:endParaRPr sz="1200"/>
                    </a:p>
                  </a:txBody>
                  <a:tcPr marT="91425" marB="91425" marR="91425" marL="91425"/>
                </a:tc>
              </a:tr>
              <a:tr h="114650">
                <a:tc>
                  <a:txBody>
                    <a:bodyPr/>
                    <a:lstStyle/>
                    <a:p>
                      <a:pPr indent="0" lvl="0" marL="0" rtl="0" algn="l">
                        <a:spcBef>
                          <a:spcPts val="0"/>
                        </a:spcBef>
                        <a:spcAft>
                          <a:spcPts val="0"/>
                        </a:spcAft>
                        <a:buNone/>
                      </a:pPr>
                      <a:r>
                        <a:rPr lang="en" sz="1200"/>
                        <a:t>k</a:t>
                      </a:r>
                      <a:endParaRPr sz="1200"/>
                    </a:p>
                  </a:txBody>
                  <a:tcPr marT="91425" marB="91425" marR="91425" marL="91425"/>
                </a:tc>
                <a:tc>
                  <a:txBody>
                    <a:bodyPr/>
                    <a:lstStyle/>
                    <a:p>
                      <a:pPr indent="0" lvl="0" marL="0" rtl="0" algn="l">
                        <a:spcBef>
                          <a:spcPts val="0"/>
                        </a:spcBef>
                        <a:spcAft>
                          <a:spcPts val="0"/>
                        </a:spcAft>
                        <a:buNone/>
                      </a:pPr>
                      <a:r>
                        <a:rPr lang="en" sz="1200"/>
                        <a:t>5</a:t>
                      </a:r>
                      <a:endParaRPr sz="1200"/>
                    </a:p>
                  </a:txBody>
                  <a:tcPr marT="91425" marB="91425" marR="91425" marL="91425"/>
                </a:tc>
              </a:tr>
              <a:tr h="209025">
                <a:tc>
                  <a:txBody>
                    <a:bodyPr/>
                    <a:lstStyle/>
                    <a:p>
                      <a:pPr indent="0" lvl="0" marL="0" rtl="0" algn="l">
                        <a:spcBef>
                          <a:spcPts val="0"/>
                        </a:spcBef>
                        <a:spcAft>
                          <a:spcPts val="0"/>
                        </a:spcAft>
                        <a:buNone/>
                      </a:pPr>
                      <a:r>
                        <a:rPr lang="en" sz="1200"/>
                        <a:t>M</a:t>
                      </a:r>
                      <a:endParaRPr sz="1200"/>
                    </a:p>
                  </a:txBody>
                  <a:tcPr marT="91425" marB="91425" marR="91425" marL="91425"/>
                </a:tc>
                <a:tc>
                  <a:txBody>
                    <a:bodyPr/>
                    <a:lstStyle/>
                    <a:p>
                      <a:pPr indent="0" lvl="0" marL="0" rtl="0" algn="l">
                        <a:spcBef>
                          <a:spcPts val="0"/>
                        </a:spcBef>
                        <a:spcAft>
                          <a:spcPts val="0"/>
                        </a:spcAft>
                        <a:buNone/>
                      </a:pPr>
                      <a:r>
                        <a:rPr lang="en" sz="1200"/>
                        <a:t>3</a:t>
                      </a:r>
                      <a:endParaRPr sz="1200"/>
                    </a:p>
                  </a:txBody>
                  <a:tcPr marT="91425" marB="91425" marR="91425" marL="91425"/>
                </a:tc>
              </a:tr>
              <a:tr h="146125">
                <a:tc>
                  <a:txBody>
                    <a:bodyPr/>
                    <a:lstStyle/>
                    <a:p>
                      <a:pPr indent="0" lvl="0" marL="0" rtl="0" algn="l">
                        <a:spcBef>
                          <a:spcPts val="0"/>
                        </a:spcBef>
                        <a:spcAft>
                          <a:spcPts val="0"/>
                        </a:spcAft>
                        <a:buNone/>
                      </a:pPr>
                      <a:r>
                        <a:rPr lang="en" sz="1200"/>
                        <a:t>N</a:t>
                      </a:r>
                      <a:endParaRPr sz="1200"/>
                    </a:p>
                  </a:txBody>
                  <a:tcPr marT="91425" marB="91425" marR="91425" marL="91425"/>
                </a:tc>
                <a:tc>
                  <a:txBody>
                    <a:bodyPr/>
                    <a:lstStyle/>
                    <a:p>
                      <a:pPr indent="0" lvl="0" marL="0" rtl="0" algn="l">
                        <a:spcBef>
                          <a:spcPts val="0"/>
                        </a:spcBef>
                        <a:spcAft>
                          <a:spcPts val="0"/>
                        </a:spcAft>
                        <a:buNone/>
                      </a:pPr>
                      <a:r>
                        <a:rPr lang="en" sz="1200"/>
                        <a:t>2</a:t>
                      </a:r>
                      <a:endParaRPr sz="1200"/>
                    </a:p>
                  </a:txBody>
                  <a:tcPr marT="91425" marB="91425" marR="91425" marL="91425"/>
                </a:tc>
              </a:tr>
              <a:tr h="201150">
                <a:tc>
                  <a:txBody>
                    <a:bodyPr/>
                    <a:lstStyle/>
                    <a:p>
                      <a:pPr indent="0" lvl="0" marL="0" rtl="0" algn="l">
                        <a:spcBef>
                          <a:spcPts val="0"/>
                        </a:spcBef>
                        <a:spcAft>
                          <a:spcPts val="0"/>
                        </a:spcAft>
                        <a:buNone/>
                      </a:pPr>
                      <a:r>
                        <a:rPr lang="en" sz="1200"/>
                        <a:t>O</a:t>
                      </a:r>
                      <a:endParaRPr sz="1200"/>
                    </a:p>
                  </a:txBody>
                  <a:tcPr marT="91425" marB="91425" marR="91425" marL="91425"/>
                </a:tc>
                <a:tc>
                  <a:txBody>
                    <a:bodyPr/>
                    <a:lstStyle/>
                    <a:p>
                      <a:pPr indent="0" lvl="0" marL="0" rtl="0" algn="l">
                        <a:spcBef>
                          <a:spcPts val="0"/>
                        </a:spcBef>
                        <a:spcAft>
                          <a:spcPts val="0"/>
                        </a:spcAft>
                        <a:buNone/>
                      </a:pPr>
                      <a:r>
                        <a:rPr lang="en" sz="1200"/>
                        <a:t>3</a:t>
                      </a:r>
                      <a:endParaRPr sz="1200"/>
                    </a:p>
                  </a:txBody>
                  <a:tcPr marT="91425" marB="91425" marR="91425" marL="91425"/>
                </a:tc>
              </a:tr>
              <a:tr h="193300">
                <a:tc>
                  <a:txBody>
                    <a:bodyPr/>
                    <a:lstStyle/>
                    <a:p>
                      <a:pPr indent="0" lvl="0" marL="0" rtl="0" algn="l">
                        <a:spcBef>
                          <a:spcPts val="0"/>
                        </a:spcBef>
                        <a:spcAft>
                          <a:spcPts val="0"/>
                        </a:spcAft>
                        <a:buNone/>
                      </a:pPr>
                      <a:r>
                        <a:rPr lang="en" sz="1200"/>
                        <a:t>U</a:t>
                      </a:r>
                      <a:endParaRPr sz="1200"/>
                    </a:p>
                  </a:txBody>
                  <a:tcPr marT="91425" marB="91425" marR="91425" marL="91425"/>
                </a:tc>
                <a:tc>
                  <a:txBody>
                    <a:bodyPr/>
                    <a:lstStyle/>
                    <a:p>
                      <a:pPr indent="0" lvl="0" marL="0" rtl="0" algn="l">
                        <a:spcBef>
                          <a:spcPts val="0"/>
                        </a:spcBef>
                        <a:spcAft>
                          <a:spcPts val="0"/>
                        </a:spcAft>
                        <a:buNone/>
                      </a:pPr>
                      <a:r>
                        <a:rPr lang="en" sz="1200"/>
                        <a:t>1</a:t>
                      </a:r>
                      <a:endParaRPr sz="1200"/>
                    </a:p>
                  </a:txBody>
                  <a:tcPr marT="91425" marB="91425" marR="91425" marL="91425"/>
                </a:tc>
              </a:tr>
              <a:tr h="389925">
                <a:tc>
                  <a:txBody>
                    <a:bodyPr/>
                    <a:lstStyle/>
                    <a:p>
                      <a:pPr indent="0" lvl="0" marL="0" rtl="0" algn="l">
                        <a:spcBef>
                          <a:spcPts val="0"/>
                        </a:spcBef>
                        <a:spcAft>
                          <a:spcPts val="0"/>
                        </a:spcAft>
                        <a:buNone/>
                      </a:pPr>
                      <a:r>
                        <a:rPr lang="en" sz="1200"/>
                        <a:t>Y</a:t>
                      </a:r>
                      <a:endParaRPr sz="1200"/>
                    </a:p>
                  </a:txBody>
                  <a:tcPr marT="91425" marB="91425" marR="91425" marL="91425"/>
                </a:tc>
                <a:tc>
                  <a:txBody>
                    <a:bodyPr/>
                    <a:lstStyle/>
                    <a:p>
                      <a:pPr indent="0" lvl="0" marL="0" rtl="0" algn="l">
                        <a:spcBef>
                          <a:spcPts val="0"/>
                        </a:spcBef>
                        <a:spcAft>
                          <a:spcPts val="0"/>
                        </a:spcAft>
                        <a:buNone/>
                      </a:pPr>
                      <a:r>
                        <a:rPr lang="en" sz="1200"/>
                        <a:t>3</a:t>
                      </a:r>
                      <a:endParaRPr sz="1200"/>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graphicFrame>
        <p:nvGraphicFramePr>
          <p:cNvPr id="651" name="Google Shape;651;p59"/>
          <p:cNvGraphicFramePr/>
          <p:nvPr/>
        </p:nvGraphicFramePr>
        <p:xfrm>
          <a:off x="6607075" y="75538"/>
          <a:ext cx="3000000" cy="3000000"/>
        </p:xfrm>
        <a:graphic>
          <a:graphicData uri="http://schemas.openxmlformats.org/drawingml/2006/table">
            <a:tbl>
              <a:tblPr>
                <a:noFill/>
                <a:tableStyleId>{4A4E9209-CCCE-4438-9D92-AD5AAE7C1939}</a:tableStyleId>
              </a:tblPr>
              <a:tblGrid>
                <a:gridCol w="1201200"/>
                <a:gridCol w="1201200"/>
              </a:tblGrid>
              <a:tr h="363975">
                <a:tc>
                  <a:txBody>
                    <a:bodyPr/>
                    <a:lstStyle/>
                    <a:p>
                      <a:pPr indent="0" lvl="0" marL="0" rtl="0" algn="l">
                        <a:spcBef>
                          <a:spcPts val="0"/>
                        </a:spcBef>
                        <a:spcAft>
                          <a:spcPts val="0"/>
                        </a:spcAft>
                        <a:buNone/>
                      </a:pPr>
                      <a:r>
                        <a:rPr b="1" lang="en" sz="1200">
                          <a:solidFill>
                            <a:schemeClr val="lt2"/>
                          </a:solidFill>
                        </a:rPr>
                        <a:t>Item</a:t>
                      </a:r>
                      <a:endParaRPr b="1" sz="1200">
                        <a:solidFill>
                          <a:schemeClr val="lt2"/>
                        </a:solidFill>
                      </a:endParaRPr>
                    </a:p>
                  </a:txBody>
                  <a:tcPr marT="91425" marB="91425" marR="91425" marL="91425"/>
                </a:tc>
                <a:tc>
                  <a:txBody>
                    <a:bodyPr/>
                    <a:lstStyle/>
                    <a:p>
                      <a:pPr indent="0" lvl="0" marL="0" rtl="0" algn="l">
                        <a:spcBef>
                          <a:spcPts val="0"/>
                        </a:spcBef>
                        <a:spcAft>
                          <a:spcPts val="0"/>
                        </a:spcAft>
                        <a:buNone/>
                      </a:pPr>
                      <a:r>
                        <a:rPr b="1" lang="en" sz="1200">
                          <a:solidFill>
                            <a:schemeClr val="lt2"/>
                          </a:solidFill>
                        </a:rPr>
                        <a:t>Frequency</a:t>
                      </a:r>
                      <a:endParaRPr b="1" sz="1200">
                        <a:solidFill>
                          <a:schemeClr val="lt2"/>
                        </a:solidFill>
                      </a:endParaRPr>
                    </a:p>
                  </a:txBody>
                  <a:tcPr marT="91425" marB="91425" marR="91425" marL="91425"/>
                </a:tc>
              </a:tr>
              <a:tr h="240500">
                <a:tc>
                  <a:txBody>
                    <a:bodyPr/>
                    <a:lstStyle/>
                    <a:p>
                      <a:pPr indent="0" lvl="0" marL="0" rtl="0" algn="l">
                        <a:spcBef>
                          <a:spcPts val="0"/>
                        </a:spcBef>
                        <a:spcAft>
                          <a:spcPts val="0"/>
                        </a:spcAft>
                        <a:buNone/>
                      </a:pPr>
                      <a:r>
                        <a:rPr lang="en" sz="1200"/>
                        <a:t>A</a:t>
                      </a:r>
                      <a:endParaRPr sz="1200"/>
                    </a:p>
                  </a:txBody>
                  <a:tcPr marT="91425" marB="91425" marR="91425" marL="91425"/>
                </a:tc>
                <a:tc>
                  <a:txBody>
                    <a:bodyPr/>
                    <a:lstStyle/>
                    <a:p>
                      <a:pPr indent="0" lvl="0" marL="0" rtl="0" algn="l">
                        <a:spcBef>
                          <a:spcPts val="0"/>
                        </a:spcBef>
                        <a:spcAft>
                          <a:spcPts val="0"/>
                        </a:spcAft>
                        <a:buNone/>
                      </a:pPr>
                      <a:r>
                        <a:rPr lang="en" sz="1200"/>
                        <a:t>1</a:t>
                      </a:r>
                      <a:endParaRPr sz="1200"/>
                    </a:p>
                  </a:txBody>
                  <a:tcPr marT="91425" marB="91425" marR="91425" marL="91425"/>
                </a:tc>
              </a:tr>
              <a:tr h="224750">
                <a:tc>
                  <a:txBody>
                    <a:bodyPr/>
                    <a:lstStyle/>
                    <a:p>
                      <a:pPr indent="0" lvl="0" marL="0" rtl="0" algn="l">
                        <a:spcBef>
                          <a:spcPts val="0"/>
                        </a:spcBef>
                        <a:spcAft>
                          <a:spcPts val="0"/>
                        </a:spcAft>
                        <a:buNone/>
                      </a:pPr>
                      <a:r>
                        <a:rPr lang="en" sz="1200"/>
                        <a:t>C</a:t>
                      </a:r>
                      <a:endParaRPr sz="1200"/>
                    </a:p>
                  </a:txBody>
                  <a:tcPr marT="91425" marB="91425" marR="91425" marL="91425"/>
                </a:tc>
                <a:tc>
                  <a:txBody>
                    <a:bodyPr/>
                    <a:lstStyle/>
                    <a:p>
                      <a:pPr indent="0" lvl="0" marL="0" rtl="0" algn="l">
                        <a:spcBef>
                          <a:spcPts val="0"/>
                        </a:spcBef>
                        <a:spcAft>
                          <a:spcPts val="0"/>
                        </a:spcAft>
                        <a:buNone/>
                      </a:pPr>
                      <a:r>
                        <a:rPr lang="en" sz="1200"/>
                        <a:t>2</a:t>
                      </a:r>
                      <a:endParaRPr sz="1200"/>
                    </a:p>
                  </a:txBody>
                  <a:tcPr marT="91425" marB="91425" marR="91425" marL="91425"/>
                </a:tc>
              </a:tr>
              <a:tr h="169725">
                <a:tc>
                  <a:txBody>
                    <a:bodyPr/>
                    <a:lstStyle/>
                    <a:p>
                      <a:pPr indent="0" lvl="0" marL="0" rtl="0" algn="l">
                        <a:spcBef>
                          <a:spcPts val="0"/>
                        </a:spcBef>
                        <a:spcAft>
                          <a:spcPts val="0"/>
                        </a:spcAft>
                        <a:buNone/>
                      </a:pPr>
                      <a:r>
                        <a:rPr lang="en" sz="1200"/>
                        <a:t>D</a:t>
                      </a:r>
                      <a:endParaRPr sz="1200"/>
                    </a:p>
                  </a:txBody>
                  <a:tcPr marT="91425" marB="91425" marR="91425" marL="91425"/>
                </a:tc>
                <a:tc>
                  <a:txBody>
                    <a:bodyPr/>
                    <a:lstStyle/>
                    <a:p>
                      <a:pPr indent="0" lvl="0" marL="0" rtl="0" algn="l">
                        <a:spcBef>
                          <a:spcPts val="0"/>
                        </a:spcBef>
                        <a:spcAft>
                          <a:spcPts val="0"/>
                        </a:spcAft>
                        <a:buNone/>
                      </a:pPr>
                      <a:r>
                        <a:rPr lang="en" sz="1200"/>
                        <a:t>1</a:t>
                      </a:r>
                      <a:endParaRPr sz="1200"/>
                    </a:p>
                  </a:txBody>
                  <a:tcPr marT="91425" marB="91425" marR="91425" marL="91425"/>
                </a:tc>
              </a:tr>
              <a:tr h="169700">
                <a:tc>
                  <a:txBody>
                    <a:bodyPr/>
                    <a:lstStyle/>
                    <a:p>
                      <a:pPr indent="0" lvl="0" marL="0" rtl="0" algn="l">
                        <a:spcBef>
                          <a:spcPts val="0"/>
                        </a:spcBef>
                        <a:spcAft>
                          <a:spcPts val="0"/>
                        </a:spcAft>
                        <a:buNone/>
                      </a:pPr>
                      <a:r>
                        <a:rPr lang="en" sz="1200"/>
                        <a:t>E</a:t>
                      </a:r>
                      <a:endParaRPr sz="1200"/>
                    </a:p>
                  </a:txBody>
                  <a:tcPr marT="91425" marB="91425" marR="91425" marL="91425"/>
                </a:tc>
                <a:tc>
                  <a:txBody>
                    <a:bodyPr/>
                    <a:lstStyle/>
                    <a:p>
                      <a:pPr indent="0" lvl="0" marL="0" rtl="0" algn="l">
                        <a:spcBef>
                          <a:spcPts val="0"/>
                        </a:spcBef>
                        <a:spcAft>
                          <a:spcPts val="0"/>
                        </a:spcAft>
                        <a:buNone/>
                      </a:pPr>
                      <a:r>
                        <a:rPr lang="en" sz="1200"/>
                        <a:t>4</a:t>
                      </a:r>
                      <a:endParaRPr sz="1200"/>
                    </a:p>
                  </a:txBody>
                  <a:tcPr marT="91425" marB="91425" marR="91425" marL="91425"/>
                </a:tc>
              </a:tr>
              <a:tr h="167825">
                <a:tc>
                  <a:txBody>
                    <a:bodyPr/>
                    <a:lstStyle/>
                    <a:p>
                      <a:pPr indent="0" lvl="0" marL="0" rtl="0" algn="l">
                        <a:spcBef>
                          <a:spcPts val="0"/>
                        </a:spcBef>
                        <a:spcAft>
                          <a:spcPts val="0"/>
                        </a:spcAft>
                        <a:buNone/>
                      </a:pPr>
                      <a:r>
                        <a:rPr lang="en" sz="1200"/>
                        <a:t>I</a:t>
                      </a:r>
                      <a:endParaRPr sz="1200"/>
                    </a:p>
                  </a:txBody>
                  <a:tcPr marT="91425" marB="91425" marR="91425" marL="91425"/>
                </a:tc>
                <a:tc>
                  <a:txBody>
                    <a:bodyPr/>
                    <a:lstStyle/>
                    <a:p>
                      <a:pPr indent="0" lvl="0" marL="0" rtl="0" algn="l">
                        <a:spcBef>
                          <a:spcPts val="0"/>
                        </a:spcBef>
                        <a:spcAft>
                          <a:spcPts val="0"/>
                        </a:spcAft>
                        <a:buNone/>
                      </a:pPr>
                      <a:r>
                        <a:rPr lang="en" sz="1200"/>
                        <a:t>1</a:t>
                      </a:r>
                      <a:endParaRPr sz="1200"/>
                    </a:p>
                  </a:txBody>
                  <a:tcPr marT="91425" marB="91425" marR="91425" marL="91425"/>
                </a:tc>
              </a:tr>
              <a:tr h="114650">
                <a:tc>
                  <a:txBody>
                    <a:bodyPr/>
                    <a:lstStyle/>
                    <a:p>
                      <a:pPr indent="0" lvl="0" marL="0" rtl="0" algn="l">
                        <a:spcBef>
                          <a:spcPts val="0"/>
                        </a:spcBef>
                        <a:spcAft>
                          <a:spcPts val="0"/>
                        </a:spcAft>
                        <a:buNone/>
                      </a:pPr>
                      <a:r>
                        <a:rPr lang="en" sz="1200"/>
                        <a:t>k</a:t>
                      </a:r>
                      <a:endParaRPr sz="1200"/>
                    </a:p>
                  </a:txBody>
                  <a:tcPr marT="91425" marB="91425" marR="91425" marL="91425"/>
                </a:tc>
                <a:tc>
                  <a:txBody>
                    <a:bodyPr/>
                    <a:lstStyle/>
                    <a:p>
                      <a:pPr indent="0" lvl="0" marL="0" rtl="0" algn="l">
                        <a:spcBef>
                          <a:spcPts val="0"/>
                        </a:spcBef>
                        <a:spcAft>
                          <a:spcPts val="0"/>
                        </a:spcAft>
                        <a:buNone/>
                      </a:pPr>
                      <a:r>
                        <a:rPr lang="en" sz="1200"/>
                        <a:t>5</a:t>
                      </a:r>
                      <a:endParaRPr sz="1200"/>
                    </a:p>
                  </a:txBody>
                  <a:tcPr marT="91425" marB="91425" marR="91425" marL="91425"/>
                </a:tc>
              </a:tr>
              <a:tr h="209025">
                <a:tc>
                  <a:txBody>
                    <a:bodyPr/>
                    <a:lstStyle/>
                    <a:p>
                      <a:pPr indent="0" lvl="0" marL="0" rtl="0" algn="l">
                        <a:spcBef>
                          <a:spcPts val="0"/>
                        </a:spcBef>
                        <a:spcAft>
                          <a:spcPts val="0"/>
                        </a:spcAft>
                        <a:buNone/>
                      </a:pPr>
                      <a:r>
                        <a:rPr lang="en" sz="1200"/>
                        <a:t>M</a:t>
                      </a:r>
                      <a:endParaRPr sz="1200"/>
                    </a:p>
                  </a:txBody>
                  <a:tcPr marT="91425" marB="91425" marR="91425" marL="91425"/>
                </a:tc>
                <a:tc>
                  <a:txBody>
                    <a:bodyPr/>
                    <a:lstStyle/>
                    <a:p>
                      <a:pPr indent="0" lvl="0" marL="0" rtl="0" algn="l">
                        <a:spcBef>
                          <a:spcPts val="0"/>
                        </a:spcBef>
                        <a:spcAft>
                          <a:spcPts val="0"/>
                        </a:spcAft>
                        <a:buNone/>
                      </a:pPr>
                      <a:r>
                        <a:rPr lang="en" sz="1200"/>
                        <a:t>3</a:t>
                      </a:r>
                      <a:endParaRPr sz="1200"/>
                    </a:p>
                  </a:txBody>
                  <a:tcPr marT="91425" marB="91425" marR="91425" marL="91425"/>
                </a:tc>
              </a:tr>
              <a:tr h="146125">
                <a:tc>
                  <a:txBody>
                    <a:bodyPr/>
                    <a:lstStyle/>
                    <a:p>
                      <a:pPr indent="0" lvl="0" marL="0" rtl="0" algn="l">
                        <a:spcBef>
                          <a:spcPts val="0"/>
                        </a:spcBef>
                        <a:spcAft>
                          <a:spcPts val="0"/>
                        </a:spcAft>
                        <a:buNone/>
                      </a:pPr>
                      <a:r>
                        <a:rPr lang="en" sz="1200"/>
                        <a:t>N</a:t>
                      </a:r>
                      <a:endParaRPr sz="1200"/>
                    </a:p>
                  </a:txBody>
                  <a:tcPr marT="91425" marB="91425" marR="91425" marL="91425"/>
                </a:tc>
                <a:tc>
                  <a:txBody>
                    <a:bodyPr/>
                    <a:lstStyle/>
                    <a:p>
                      <a:pPr indent="0" lvl="0" marL="0" rtl="0" algn="l">
                        <a:spcBef>
                          <a:spcPts val="0"/>
                        </a:spcBef>
                        <a:spcAft>
                          <a:spcPts val="0"/>
                        </a:spcAft>
                        <a:buNone/>
                      </a:pPr>
                      <a:r>
                        <a:rPr lang="en" sz="1200"/>
                        <a:t>2</a:t>
                      </a:r>
                      <a:endParaRPr sz="1200"/>
                    </a:p>
                  </a:txBody>
                  <a:tcPr marT="91425" marB="91425" marR="91425" marL="91425"/>
                </a:tc>
              </a:tr>
              <a:tr h="201150">
                <a:tc>
                  <a:txBody>
                    <a:bodyPr/>
                    <a:lstStyle/>
                    <a:p>
                      <a:pPr indent="0" lvl="0" marL="0" rtl="0" algn="l">
                        <a:spcBef>
                          <a:spcPts val="0"/>
                        </a:spcBef>
                        <a:spcAft>
                          <a:spcPts val="0"/>
                        </a:spcAft>
                        <a:buNone/>
                      </a:pPr>
                      <a:r>
                        <a:rPr lang="en" sz="1200"/>
                        <a:t>O</a:t>
                      </a:r>
                      <a:endParaRPr sz="1200"/>
                    </a:p>
                  </a:txBody>
                  <a:tcPr marT="91425" marB="91425" marR="91425" marL="91425"/>
                </a:tc>
                <a:tc>
                  <a:txBody>
                    <a:bodyPr/>
                    <a:lstStyle/>
                    <a:p>
                      <a:pPr indent="0" lvl="0" marL="0" rtl="0" algn="l">
                        <a:spcBef>
                          <a:spcPts val="0"/>
                        </a:spcBef>
                        <a:spcAft>
                          <a:spcPts val="0"/>
                        </a:spcAft>
                        <a:buNone/>
                      </a:pPr>
                      <a:r>
                        <a:rPr lang="en" sz="1200"/>
                        <a:t>3</a:t>
                      </a:r>
                      <a:endParaRPr sz="1200"/>
                    </a:p>
                  </a:txBody>
                  <a:tcPr marT="91425" marB="91425" marR="91425" marL="91425"/>
                </a:tc>
              </a:tr>
              <a:tr h="193300">
                <a:tc>
                  <a:txBody>
                    <a:bodyPr/>
                    <a:lstStyle/>
                    <a:p>
                      <a:pPr indent="0" lvl="0" marL="0" rtl="0" algn="l">
                        <a:spcBef>
                          <a:spcPts val="0"/>
                        </a:spcBef>
                        <a:spcAft>
                          <a:spcPts val="0"/>
                        </a:spcAft>
                        <a:buNone/>
                      </a:pPr>
                      <a:r>
                        <a:rPr lang="en" sz="1200"/>
                        <a:t>U</a:t>
                      </a:r>
                      <a:endParaRPr sz="1200"/>
                    </a:p>
                  </a:txBody>
                  <a:tcPr marT="91425" marB="91425" marR="91425" marL="91425"/>
                </a:tc>
                <a:tc>
                  <a:txBody>
                    <a:bodyPr/>
                    <a:lstStyle/>
                    <a:p>
                      <a:pPr indent="0" lvl="0" marL="0" rtl="0" algn="l">
                        <a:spcBef>
                          <a:spcPts val="0"/>
                        </a:spcBef>
                        <a:spcAft>
                          <a:spcPts val="0"/>
                        </a:spcAft>
                        <a:buNone/>
                      </a:pPr>
                      <a:r>
                        <a:rPr lang="en" sz="1200"/>
                        <a:t>1</a:t>
                      </a:r>
                      <a:endParaRPr sz="1200"/>
                    </a:p>
                  </a:txBody>
                  <a:tcPr marT="91425" marB="91425" marR="91425" marL="91425"/>
                </a:tc>
              </a:tr>
              <a:tr h="389925">
                <a:tc>
                  <a:txBody>
                    <a:bodyPr/>
                    <a:lstStyle/>
                    <a:p>
                      <a:pPr indent="0" lvl="0" marL="0" rtl="0" algn="l">
                        <a:spcBef>
                          <a:spcPts val="0"/>
                        </a:spcBef>
                        <a:spcAft>
                          <a:spcPts val="0"/>
                        </a:spcAft>
                        <a:buNone/>
                      </a:pPr>
                      <a:r>
                        <a:rPr lang="en" sz="1200"/>
                        <a:t>Y</a:t>
                      </a:r>
                      <a:endParaRPr sz="1200"/>
                    </a:p>
                  </a:txBody>
                  <a:tcPr marT="91425" marB="91425" marR="91425" marL="91425"/>
                </a:tc>
                <a:tc>
                  <a:txBody>
                    <a:bodyPr/>
                    <a:lstStyle/>
                    <a:p>
                      <a:pPr indent="0" lvl="0" marL="0" rtl="0" algn="l">
                        <a:spcBef>
                          <a:spcPts val="0"/>
                        </a:spcBef>
                        <a:spcAft>
                          <a:spcPts val="0"/>
                        </a:spcAft>
                        <a:buNone/>
                      </a:pPr>
                      <a:r>
                        <a:rPr lang="en" sz="1200"/>
                        <a:t>3</a:t>
                      </a:r>
                      <a:endParaRPr sz="1200"/>
                    </a:p>
                  </a:txBody>
                  <a:tcPr marT="91425" marB="91425" marR="91425" marL="91425"/>
                </a:tc>
              </a:tr>
            </a:tbl>
          </a:graphicData>
        </a:graphic>
      </p:graphicFrame>
      <p:sp>
        <p:nvSpPr>
          <p:cNvPr id="652" name="Google Shape;652;p59"/>
          <p:cNvSpPr txBox="1"/>
          <p:nvPr>
            <p:ph idx="3" type="body"/>
          </p:nvPr>
        </p:nvSpPr>
        <p:spPr>
          <a:xfrm>
            <a:off x="111150" y="637050"/>
            <a:ext cx="5936700" cy="37041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 sz="1600"/>
              <a:t>A Frequent Pattern set (L) is built which will contain all the elements whose frequency is greater than or equal to the minimum support.</a:t>
            </a:r>
            <a:endParaRPr sz="1600"/>
          </a:p>
          <a:p>
            <a:pPr indent="-330200" lvl="0" marL="457200" rtl="0" algn="l">
              <a:lnSpc>
                <a:spcPct val="150000"/>
              </a:lnSpc>
              <a:spcBef>
                <a:spcPts val="0"/>
              </a:spcBef>
              <a:spcAft>
                <a:spcPts val="0"/>
              </a:spcAft>
              <a:buClr>
                <a:srgbClr val="B45F06"/>
              </a:buClr>
              <a:buSzPts val="1600"/>
              <a:buChar char="●"/>
            </a:pPr>
            <a:r>
              <a:rPr lang="en" sz="1600">
                <a:solidFill>
                  <a:srgbClr val="B45F06"/>
                </a:solidFill>
              </a:rPr>
              <a:t>As minimum support be 3.</a:t>
            </a:r>
            <a:endParaRPr sz="1600">
              <a:solidFill>
                <a:srgbClr val="B45F06"/>
              </a:solidFill>
            </a:endParaRPr>
          </a:p>
          <a:p>
            <a:pPr indent="-330200" lvl="0" marL="457200" rtl="0" algn="l">
              <a:lnSpc>
                <a:spcPct val="150000"/>
              </a:lnSpc>
              <a:spcBef>
                <a:spcPts val="0"/>
              </a:spcBef>
              <a:spcAft>
                <a:spcPts val="0"/>
              </a:spcAft>
              <a:buSzPts val="1600"/>
              <a:buChar char="●"/>
            </a:pPr>
            <a:r>
              <a:rPr lang="en" sz="1600"/>
              <a:t>These elements are stored in descending order of their respective frequencies.</a:t>
            </a:r>
            <a:endParaRPr sz="1600"/>
          </a:p>
          <a:p>
            <a:pPr indent="-330200" lvl="0" marL="457200" rtl="0" algn="l">
              <a:lnSpc>
                <a:spcPct val="150000"/>
              </a:lnSpc>
              <a:spcBef>
                <a:spcPts val="0"/>
              </a:spcBef>
              <a:spcAft>
                <a:spcPts val="0"/>
              </a:spcAft>
              <a:buSzPts val="1600"/>
              <a:buChar char="●"/>
            </a:pPr>
            <a:r>
              <a:rPr lang="en" sz="1600"/>
              <a:t>After insertion of the relevant items, the set L looks like this:- L= {K:5, E: 4, M: 3, 0:3, Y: 3}</a:t>
            </a:r>
            <a:endParaRPr sz="1600"/>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graphicFrame>
        <p:nvGraphicFramePr>
          <p:cNvPr id="657" name="Google Shape;657;p60"/>
          <p:cNvGraphicFramePr/>
          <p:nvPr/>
        </p:nvGraphicFramePr>
        <p:xfrm>
          <a:off x="1469325" y="1719263"/>
          <a:ext cx="3000000" cy="3000000"/>
        </p:xfrm>
        <a:graphic>
          <a:graphicData uri="http://schemas.openxmlformats.org/drawingml/2006/table">
            <a:tbl>
              <a:tblPr>
                <a:noFill/>
                <a:tableStyleId>{4A4E9209-CCCE-4438-9D92-AD5AAE7C1939}</a:tableStyleId>
              </a:tblPr>
              <a:tblGrid>
                <a:gridCol w="2205950"/>
                <a:gridCol w="2205950"/>
                <a:gridCol w="2205950"/>
              </a:tblGrid>
              <a:tr h="540800">
                <a:tc>
                  <a:txBody>
                    <a:bodyPr/>
                    <a:lstStyle/>
                    <a:p>
                      <a:pPr indent="0" lvl="0" marL="0" rtl="0" algn="l">
                        <a:spcBef>
                          <a:spcPts val="0"/>
                        </a:spcBef>
                        <a:spcAft>
                          <a:spcPts val="0"/>
                        </a:spcAft>
                        <a:buNone/>
                      </a:pPr>
                      <a:r>
                        <a:rPr b="1" lang="en" sz="1200">
                          <a:solidFill>
                            <a:schemeClr val="dk1"/>
                          </a:solidFill>
                        </a:rPr>
                        <a:t>Transaction ID</a:t>
                      </a:r>
                      <a:endParaRPr b="1" sz="1200">
                        <a:solidFill>
                          <a:schemeClr val="dk1"/>
                        </a:solidFill>
                      </a:endParaRPr>
                    </a:p>
                  </a:txBody>
                  <a:tcPr marT="91425" marB="91425" marR="91425" marL="91425"/>
                </a:tc>
                <a:tc>
                  <a:txBody>
                    <a:bodyPr/>
                    <a:lstStyle/>
                    <a:p>
                      <a:pPr indent="0" lvl="0" marL="0" rtl="0" algn="l">
                        <a:spcBef>
                          <a:spcPts val="0"/>
                        </a:spcBef>
                        <a:spcAft>
                          <a:spcPts val="0"/>
                        </a:spcAft>
                        <a:buNone/>
                      </a:pPr>
                      <a:r>
                        <a:rPr b="1" lang="en" sz="1200">
                          <a:solidFill>
                            <a:schemeClr val="dk1"/>
                          </a:solidFill>
                        </a:rPr>
                        <a:t>Items</a:t>
                      </a:r>
                      <a:endParaRPr b="1" sz="1200">
                        <a:solidFill>
                          <a:schemeClr val="dk1"/>
                        </a:solidFill>
                      </a:endParaRPr>
                    </a:p>
                  </a:txBody>
                  <a:tcPr marT="91425" marB="91425" marR="91425" marL="91425"/>
                </a:tc>
                <a:tc>
                  <a:txBody>
                    <a:bodyPr/>
                    <a:lstStyle/>
                    <a:p>
                      <a:pPr indent="0" lvl="0" marL="0" rtl="0" algn="l">
                        <a:spcBef>
                          <a:spcPts val="0"/>
                        </a:spcBef>
                        <a:spcAft>
                          <a:spcPts val="0"/>
                        </a:spcAft>
                        <a:buNone/>
                      </a:pPr>
                      <a:r>
                        <a:rPr b="1" lang="en" sz="1200">
                          <a:solidFill>
                            <a:schemeClr val="dk1"/>
                          </a:solidFill>
                        </a:rPr>
                        <a:t>Ordered-Item Set</a:t>
                      </a:r>
                      <a:endParaRPr b="1" sz="1200">
                        <a:solidFill>
                          <a:schemeClr val="dk1"/>
                        </a:solidFill>
                      </a:endParaRPr>
                    </a:p>
                  </a:txBody>
                  <a:tcPr marT="91425" marB="91425" marR="91425" marL="91425"/>
                </a:tc>
              </a:tr>
              <a:tr h="360525">
                <a:tc>
                  <a:txBody>
                    <a:bodyPr/>
                    <a:lstStyle/>
                    <a:p>
                      <a:pPr indent="0" lvl="0" marL="0" rtl="0" algn="l">
                        <a:spcBef>
                          <a:spcPts val="0"/>
                        </a:spcBef>
                        <a:spcAft>
                          <a:spcPts val="0"/>
                        </a:spcAft>
                        <a:buNone/>
                      </a:pPr>
                      <a:r>
                        <a:rPr lang="en" sz="1200"/>
                        <a:t>T1</a:t>
                      </a:r>
                      <a:endParaRPr sz="1200"/>
                    </a:p>
                  </a:txBody>
                  <a:tcPr marT="91425" marB="91425" marR="91425" marL="91425"/>
                </a:tc>
                <a:tc>
                  <a:txBody>
                    <a:bodyPr/>
                    <a:lstStyle/>
                    <a:p>
                      <a:pPr indent="0" lvl="0" marL="0" rtl="0" algn="l">
                        <a:spcBef>
                          <a:spcPts val="0"/>
                        </a:spcBef>
                        <a:spcAft>
                          <a:spcPts val="0"/>
                        </a:spcAft>
                        <a:buNone/>
                      </a:pPr>
                      <a:r>
                        <a:rPr lang="en" sz="1200"/>
                        <a:t>E K M N O Y</a:t>
                      </a:r>
                      <a:endParaRPr sz="1200"/>
                    </a:p>
                  </a:txBody>
                  <a:tcPr marT="91425" marB="91425" marR="91425" marL="91425"/>
                </a:tc>
                <a:tc>
                  <a:txBody>
                    <a:bodyPr/>
                    <a:lstStyle/>
                    <a:p>
                      <a:pPr indent="0" lvl="0" marL="0" rtl="0" algn="l">
                        <a:spcBef>
                          <a:spcPts val="0"/>
                        </a:spcBef>
                        <a:spcAft>
                          <a:spcPts val="0"/>
                        </a:spcAft>
                        <a:buNone/>
                      </a:pPr>
                      <a:r>
                        <a:rPr lang="en" sz="1200"/>
                        <a:t>K E M O Y</a:t>
                      </a:r>
                      <a:endParaRPr sz="1200"/>
                    </a:p>
                  </a:txBody>
                  <a:tcPr marT="91425" marB="91425" marR="91425" marL="91425"/>
                </a:tc>
              </a:tr>
              <a:tr h="360525">
                <a:tc>
                  <a:txBody>
                    <a:bodyPr/>
                    <a:lstStyle/>
                    <a:p>
                      <a:pPr indent="0" lvl="0" marL="0" rtl="0" algn="l">
                        <a:spcBef>
                          <a:spcPts val="0"/>
                        </a:spcBef>
                        <a:spcAft>
                          <a:spcPts val="0"/>
                        </a:spcAft>
                        <a:buNone/>
                      </a:pPr>
                      <a:r>
                        <a:rPr lang="en" sz="1200"/>
                        <a:t>T2</a:t>
                      </a:r>
                      <a:endParaRPr sz="1200"/>
                    </a:p>
                  </a:txBody>
                  <a:tcPr marT="91425" marB="91425" marR="91425" marL="91425"/>
                </a:tc>
                <a:tc>
                  <a:txBody>
                    <a:bodyPr/>
                    <a:lstStyle/>
                    <a:p>
                      <a:pPr indent="0" lvl="0" marL="0" rtl="0" algn="l">
                        <a:spcBef>
                          <a:spcPts val="0"/>
                        </a:spcBef>
                        <a:spcAft>
                          <a:spcPts val="0"/>
                        </a:spcAft>
                        <a:buNone/>
                      </a:pPr>
                      <a:r>
                        <a:rPr lang="en" sz="1200"/>
                        <a:t>D E K N O Y</a:t>
                      </a:r>
                      <a:endParaRPr sz="1200"/>
                    </a:p>
                  </a:txBody>
                  <a:tcPr marT="91425" marB="91425" marR="91425" marL="91425"/>
                </a:tc>
                <a:tc>
                  <a:txBody>
                    <a:bodyPr/>
                    <a:lstStyle/>
                    <a:p>
                      <a:pPr indent="0" lvl="0" marL="0" rtl="0" algn="l">
                        <a:spcBef>
                          <a:spcPts val="0"/>
                        </a:spcBef>
                        <a:spcAft>
                          <a:spcPts val="0"/>
                        </a:spcAft>
                        <a:buNone/>
                      </a:pPr>
                      <a:r>
                        <a:rPr lang="en" sz="1200"/>
                        <a:t>K E O Y</a:t>
                      </a:r>
                      <a:endParaRPr sz="1200"/>
                    </a:p>
                  </a:txBody>
                  <a:tcPr marT="91425" marB="91425" marR="91425" marL="91425"/>
                </a:tc>
              </a:tr>
              <a:tr h="360525">
                <a:tc>
                  <a:txBody>
                    <a:bodyPr/>
                    <a:lstStyle/>
                    <a:p>
                      <a:pPr indent="0" lvl="0" marL="0" rtl="0" algn="l">
                        <a:spcBef>
                          <a:spcPts val="0"/>
                        </a:spcBef>
                        <a:spcAft>
                          <a:spcPts val="0"/>
                        </a:spcAft>
                        <a:buNone/>
                      </a:pPr>
                      <a:r>
                        <a:rPr lang="en" sz="1200"/>
                        <a:t>T3</a:t>
                      </a:r>
                      <a:endParaRPr sz="1200"/>
                    </a:p>
                  </a:txBody>
                  <a:tcPr marT="91425" marB="91425" marR="91425" marL="91425"/>
                </a:tc>
                <a:tc>
                  <a:txBody>
                    <a:bodyPr/>
                    <a:lstStyle/>
                    <a:p>
                      <a:pPr indent="0" lvl="0" marL="0" rtl="0" algn="l">
                        <a:spcBef>
                          <a:spcPts val="0"/>
                        </a:spcBef>
                        <a:spcAft>
                          <a:spcPts val="0"/>
                        </a:spcAft>
                        <a:buNone/>
                      </a:pPr>
                      <a:r>
                        <a:rPr lang="en" sz="1200"/>
                        <a:t>A E K M</a:t>
                      </a:r>
                      <a:endParaRPr sz="1200"/>
                    </a:p>
                  </a:txBody>
                  <a:tcPr marT="91425" marB="91425" marR="91425" marL="91425"/>
                </a:tc>
                <a:tc>
                  <a:txBody>
                    <a:bodyPr/>
                    <a:lstStyle/>
                    <a:p>
                      <a:pPr indent="0" lvl="0" marL="0" rtl="0" algn="l">
                        <a:spcBef>
                          <a:spcPts val="0"/>
                        </a:spcBef>
                        <a:spcAft>
                          <a:spcPts val="0"/>
                        </a:spcAft>
                        <a:buNone/>
                      </a:pPr>
                      <a:r>
                        <a:rPr lang="en" sz="1200"/>
                        <a:t>K E M</a:t>
                      </a:r>
                      <a:endParaRPr sz="1200"/>
                    </a:p>
                  </a:txBody>
                  <a:tcPr marT="91425" marB="91425" marR="91425" marL="91425"/>
                </a:tc>
              </a:tr>
              <a:tr h="360525">
                <a:tc>
                  <a:txBody>
                    <a:bodyPr/>
                    <a:lstStyle/>
                    <a:p>
                      <a:pPr indent="0" lvl="0" marL="0" rtl="0" algn="l">
                        <a:spcBef>
                          <a:spcPts val="0"/>
                        </a:spcBef>
                        <a:spcAft>
                          <a:spcPts val="0"/>
                        </a:spcAft>
                        <a:buNone/>
                      </a:pPr>
                      <a:r>
                        <a:rPr lang="en" sz="1200"/>
                        <a:t>T4</a:t>
                      </a:r>
                      <a:endParaRPr sz="1200"/>
                    </a:p>
                  </a:txBody>
                  <a:tcPr marT="91425" marB="91425" marR="91425" marL="91425"/>
                </a:tc>
                <a:tc>
                  <a:txBody>
                    <a:bodyPr/>
                    <a:lstStyle/>
                    <a:p>
                      <a:pPr indent="0" lvl="0" marL="0" rtl="0" algn="l">
                        <a:spcBef>
                          <a:spcPts val="0"/>
                        </a:spcBef>
                        <a:spcAft>
                          <a:spcPts val="0"/>
                        </a:spcAft>
                        <a:buNone/>
                      </a:pPr>
                      <a:r>
                        <a:rPr lang="en" sz="1200"/>
                        <a:t>C K M U Y</a:t>
                      </a:r>
                      <a:endParaRPr sz="1200"/>
                    </a:p>
                  </a:txBody>
                  <a:tcPr marT="91425" marB="91425" marR="91425" marL="91425"/>
                </a:tc>
                <a:tc>
                  <a:txBody>
                    <a:bodyPr/>
                    <a:lstStyle/>
                    <a:p>
                      <a:pPr indent="0" lvl="0" marL="0" rtl="0" algn="l">
                        <a:spcBef>
                          <a:spcPts val="0"/>
                        </a:spcBef>
                        <a:spcAft>
                          <a:spcPts val="0"/>
                        </a:spcAft>
                        <a:buNone/>
                      </a:pPr>
                      <a:r>
                        <a:rPr lang="en" sz="1200"/>
                        <a:t>K M Y</a:t>
                      </a:r>
                      <a:endParaRPr sz="1200"/>
                    </a:p>
                  </a:txBody>
                  <a:tcPr marT="91425" marB="91425" marR="91425" marL="91425"/>
                </a:tc>
              </a:tr>
              <a:tr h="360525">
                <a:tc>
                  <a:txBody>
                    <a:bodyPr/>
                    <a:lstStyle/>
                    <a:p>
                      <a:pPr indent="0" lvl="0" marL="0" rtl="0" algn="l">
                        <a:spcBef>
                          <a:spcPts val="0"/>
                        </a:spcBef>
                        <a:spcAft>
                          <a:spcPts val="0"/>
                        </a:spcAft>
                        <a:buNone/>
                      </a:pPr>
                      <a:r>
                        <a:rPr lang="en" sz="1200"/>
                        <a:t>T5</a:t>
                      </a:r>
                      <a:endParaRPr sz="1200"/>
                    </a:p>
                  </a:txBody>
                  <a:tcPr marT="91425" marB="91425" marR="91425" marL="91425"/>
                </a:tc>
                <a:tc>
                  <a:txBody>
                    <a:bodyPr/>
                    <a:lstStyle/>
                    <a:p>
                      <a:pPr indent="0" lvl="0" marL="0" rtl="0" algn="l">
                        <a:spcBef>
                          <a:spcPts val="0"/>
                        </a:spcBef>
                        <a:spcAft>
                          <a:spcPts val="0"/>
                        </a:spcAft>
                        <a:buNone/>
                      </a:pPr>
                      <a:r>
                        <a:rPr lang="en" sz="1200"/>
                        <a:t>C E I K O O</a:t>
                      </a:r>
                      <a:endParaRPr sz="1200"/>
                    </a:p>
                  </a:txBody>
                  <a:tcPr marT="91425" marB="91425" marR="91425" marL="91425"/>
                </a:tc>
                <a:tc>
                  <a:txBody>
                    <a:bodyPr/>
                    <a:lstStyle/>
                    <a:p>
                      <a:pPr indent="0" lvl="0" marL="0" rtl="0" algn="l">
                        <a:spcBef>
                          <a:spcPts val="0"/>
                        </a:spcBef>
                        <a:spcAft>
                          <a:spcPts val="0"/>
                        </a:spcAft>
                        <a:buNone/>
                      </a:pPr>
                      <a:r>
                        <a:rPr lang="en" sz="1200"/>
                        <a:t>K E O</a:t>
                      </a:r>
                      <a:endParaRPr sz="1200"/>
                    </a:p>
                  </a:txBody>
                  <a:tcPr marT="91425" marB="91425" marR="91425" marL="91425"/>
                </a:tc>
              </a:tr>
            </a:tbl>
          </a:graphicData>
        </a:graphic>
      </p:graphicFrame>
      <p:sp>
        <p:nvSpPr>
          <p:cNvPr id="658" name="Google Shape;658;p60"/>
          <p:cNvSpPr txBox="1"/>
          <p:nvPr>
            <p:ph idx="3" type="body"/>
          </p:nvPr>
        </p:nvSpPr>
        <p:spPr>
          <a:xfrm>
            <a:off x="598750" y="781750"/>
            <a:ext cx="8374800" cy="8148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 sz="1600"/>
              <a:t>Now for each transaction, the respective </a:t>
            </a:r>
            <a:r>
              <a:rPr lang="en" sz="1600">
                <a:solidFill>
                  <a:schemeClr val="dk1"/>
                </a:solidFill>
              </a:rPr>
              <a:t>Ordered-Item set</a:t>
            </a:r>
            <a:r>
              <a:rPr lang="en" sz="1600"/>
              <a:t> is built.</a:t>
            </a:r>
            <a:endParaRPr sz="1600"/>
          </a:p>
          <a:p>
            <a:pPr indent="-330200" lvl="0" marL="457200" rtl="0" algn="l">
              <a:lnSpc>
                <a:spcPct val="150000"/>
              </a:lnSpc>
              <a:spcBef>
                <a:spcPts val="0"/>
              </a:spcBef>
              <a:spcAft>
                <a:spcPts val="0"/>
              </a:spcAft>
              <a:buSzPts val="1600"/>
              <a:buChar char="●"/>
            </a:pPr>
            <a:r>
              <a:rPr lang="en" sz="1600"/>
              <a:t>A Frequent Pattern set </a:t>
            </a:r>
            <a:r>
              <a:rPr lang="en" sz="1600"/>
              <a:t>L= {K:5, E: 4, M: 3, 0:3, Y: 3}</a:t>
            </a:r>
            <a:endParaRPr sz="1600"/>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graphicFrame>
        <p:nvGraphicFramePr>
          <p:cNvPr id="663" name="Google Shape;663;p61"/>
          <p:cNvGraphicFramePr/>
          <p:nvPr/>
        </p:nvGraphicFramePr>
        <p:xfrm>
          <a:off x="203100" y="1160888"/>
          <a:ext cx="3000000" cy="3000000"/>
        </p:xfrm>
        <a:graphic>
          <a:graphicData uri="http://schemas.openxmlformats.org/drawingml/2006/table">
            <a:tbl>
              <a:tblPr>
                <a:noFill/>
                <a:tableStyleId>{4A4E9209-CCCE-4438-9D92-AD5AAE7C1939}</a:tableStyleId>
              </a:tblPr>
              <a:tblGrid>
                <a:gridCol w="1272675"/>
                <a:gridCol w="1107500"/>
                <a:gridCol w="1595150"/>
              </a:tblGrid>
              <a:tr h="434250">
                <a:tc>
                  <a:txBody>
                    <a:bodyPr/>
                    <a:lstStyle/>
                    <a:p>
                      <a:pPr indent="0" lvl="0" marL="0" rtl="0" algn="ctr">
                        <a:spcBef>
                          <a:spcPts val="0"/>
                        </a:spcBef>
                        <a:spcAft>
                          <a:spcPts val="0"/>
                        </a:spcAft>
                        <a:buNone/>
                      </a:pPr>
                      <a:r>
                        <a:rPr b="1" lang="en" sz="1200">
                          <a:solidFill>
                            <a:schemeClr val="dk1"/>
                          </a:solidFill>
                        </a:rPr>
                        <a:t>Transaction ID</a:t>
                      </a:r>
                      <a:endParaRPr b="1" sz="1200">
                        <a:solidFill>
                          <a:schemeClr val="dk1"/>
                        </a:solidFill>
                      </a:endParaRPr>
                    </a:p>
                  </a:txBody>
                  <a:tcPr marT="91425" marB="91425" marR="91425" marL="91425"/>
                </a:tc>
                <a:tc>
                  <a:txBody>
                    <a:bodyPr/>
                    <a:lstStyle/>
                    <a:p>
                      <a:pPr indent="0" lvl="0" marL="0" rtl="0" algn="ctr">
                        <a:spcBef>
                          <a:spcPts val="0"/>
                        </a:spcBef>
                        <a:spcAft>
                          <a:spcPts val="0"/>
                        </a:spcAft>
                        <a:buNone/>
                      </a:pPr>
                      <a:r>
                        <a:rPr b="1" lang="en" sz="1200">
                          <a:solidFill>
                            <a:schemeClr val="dk1"/>
                          </a:solidFill>
                        </a:rPr>
                        <a:t>Items</a:t>
                      </a:r>
                      <a:endParaRPr b="1" sz="1200">
                        <a:solidFill>
                          <a:schemeClr val="dk1"/>
                        </a:solidFill>
                      </a:endParaRPr>
                    </a:p>
                  </a:txBody>
                  <a:tcPr marT="91425" marB="91425" marR="91425" marL="91425"/>
                </a:tc>
                <a:tc>
                  <a:txBody>
                    <a:bodyPr/>
                    <a:lstStyle/>
                    <a:p>
                      <a:pPr indent="0" lvl="0" marL="0" rtl="0" algn="ctr">
                        <a:spcBef>
                          <a:spcPts val="0"/>
                        </a:spcBef>
                        <a:spcAft>
                          <a:spcPts val="0"/>
                        </a:spcAft>
                        <a:buNone/>
                      </a:pPr>
                      <a:r>
                        <a:rPr b="1" lang="en" sz="1200">
                          <a:solidFill>
                            <a:schemeClr val="dk1"/>
                          </a:solidFill>
                        </a:rPr>
                        <a:t>Ordered-Item Set</a:t>
                      </a:r>
                      <a:endParaRPr b="1" sz="1200">
                        <a:solidFill>
                          <a:schemeClr val="dk1"/>
                        </a:solidFill>
                      </a:endParaRPr>
                    </a:p>
                  </a:txBody>
                  <a:tcPr marT="91425" marB="91425" marR="91425" marL="91425"/>
                </a:tc>
              </a:tr>
              <a:tr h="369400">
                <a:tc>
                  <a:txBody>
                    <a:bodyPr/>
                    <a:lstStyle/>
                    <a:p>
                      <a:pPr indent="0" lvl="0" marL="0" rtl="0" algn="ctr">
                        <a:spcBef>
                          <a:spcPts val="0"/>
                        </a:spcBef>
                        <a:spcAft>
                          <a:spcPts val="0"/>
                        </a:spcAft>
                        <a:buNone/>
                      </a:pPr>
                      <a:r>
                        <a:rPr lang="en" sz="1200"/>
                        <a:t>T1</a:t>
                      </a:r>
                      <a:endParaRPr sz="1200"/>
                    </a:p>
                  </a:txBody>
                  <a:tcPr marT="91425" marB="91425" marR="91425" marL="91425"/>
                </a:tc>
                <a:tc>
                  <a:txBody>
                    <a:bodyPr/>
                    <a:lstStyle/>
                    <a:p>
                      <a:pPr indent="0" lvl="0" marL="0" rtl="0" algn="ctr">
                        <a:spcBef>
                          <a:spcPts val="0"/>
                        </a:spcBef>
                        <a:spcAft>
                          <a:spcPts val="0"/>
                        </a:spcAft>
                        <a:buNone/>
                      </a:pPr>
                      <a:r>
                        <a:rPr lang="en" sz="1200"/>
                        <a:t>E K M N O Y</a:t>
                      </a:r>
                      <a:endParaRPr sz="1200"/>
                    </a:p>
                  </a:txBody>
                  <a:tcPr marT="91425" marB="91425" marR="91425" marL="91425"/>
                </a:tc>
                <a:tc>
                  <a:txBody>
                    <a:bodyPr/>
                    <a:lstStyle/>
                    <a:p>
                      <a:pPr indent="0" lvl="0" marL="0" rtl="0" algn="ctr">
                        <a:spcBef>
                          <a:spcPts val="0"/>
                        </a:spcBef>
                        <a:spcAft>
                          <a:spcPts val="0"/>
                        </a:spcAft>
                        <a:buNone/>
                      </a:pPr>
                      <a:r>
                        <a:rPr lang="en" sz="1200"/>
                        <a:t>K E M O Y</a:t>
                      </a:r>
                      <a:endParaRPr sz="1200"/>
                    </a:p>
                  </a:txBody>
                  <a:tcPr marT="91425" marB="91425" marR="91425" marL="91425"/>
                </a:tc>
              </a:tr>
              <a:tr h="369400">
                <a:tc>
                  <a:txBody>
                    <a:bodyPr/>
                    <a:lstStyle/>
                    <a:p>
                      <a:pPr indent="0" lvl="0" marL="0" rtl="0" algn="ctr">
                        <a:spcBef>
                          <a:spcPts val="0"/>
                        </a:spcBef>
                        <a:spcAft>
                          <a:spcPts val="0"/>
                        </a:spcAft>
                        <a:buNone/>
                      </a:pPr>
                      <a:r>
                        <a:rPr lang="en" sz="1200"/>
                        <a:t>T2</a:t>
                      </a:r>
                      <a:endParaRPr sz="1200"/>
                    </a:p>
                  </a:txBody>
                  <a:tcPr marT="91425" marB="91425" marR="91425" marL="91425"/>
                </a:tc>
                <a:tc>
                  <a:txBody>
                    <a:bodyPr/>
                    <a:lstStyle/>
                    <a:p>
                      <a:pPr indent="0" lvl="0" marL="0" rtl="0" algn="ctr">
                        <a:spcBef>
                          <a:spcPts val="0"/>
                        </a:spcBef>
                        <a:spcAft>
                          <a:spcPts val="0"/>
                        </a:spcAft>
                        <a:buNone/>
                      </a:pPr>
                      <a:r>
                        <a:rPr lang="en" sz="1200"/>
                        <a:t>D E K N O Y</a:t>
                      </a:r>
                      <a:endParaRPr sz="1200"/>
                    </a:p>
                  </a:txBody>
                  <a:tcPr marT="91425" marB="91425" marR="91425" marL="91425"/>
                </a:tc>
                <a:tc>
                  <a:txBody>
                    <a:bodyPr/>
                    <a:lstStyle/>
                    <a:p>
                      <a:pPr indent="0" lvl="0" marL="0" rtl="0" algn="ctr">
                        <a:spcBef>
                          <a:spcPts val="0"/>
                        </a:spcBef>
                        <a:spcAft>
                          <a:spcPts val="0"/>
                        </a:spcAft>
                        <a:buNone/>
                      </a:pPr>
                      <a:r>
                        <a:rPr lang="en" sz="1200"/>
                        <a:t>K E O Y</a:t>
                      </a:r>
                      <a:endParaRPr sz="1200"/>
                    </a:p>
                  </a:txBody>
                  <a:tcPr marT="91425" marB="91425" marR="91425" marL="91425"/>
                </a:tc>
              </a:tr>
              <a:tr h="369400">
                <a:tc>
                  <a:txBody>
                    <a:bodyPr/>
                    <a:lstStyle/>
                    <a:p>
                      <a:pPr indent="0" lvl="0" marL="0" rtl="0" algn="ctr">
                        <a:spcBef>
                          <a:spcPts val="0"/>
                        </a:spcBef>
                        <a:spcAft>
                          <a:spcPts val="0"/>
                        </a:spcAft>
                        <a:buNone/>
                      </a:pPr>
                      <a:r>
                        <a:rPr lang="en" sz="1200"/>
                        <a:t>T3</a:t>
                      </a:r>
                      <a:endParaRPr sz="1200"/>
                    </a:p>
                  </a:txBody>
                  <a:tcPr marT="91425" marB="91425" marR="91425" marL="91425"/>
                </a:tc>
                <a:tc>
                  <a:txBody>
                    <a:bodyPr/>
                    <a:lstStyle/>
                    <a:p>
                      <a:pPr indent="0" lvl="0" marL="0" rtl="0" algn="ctr">
                        <a:spcBef>
                          <a:spcPts val="0"/>
                        </a:spcBef>
                        <a:spcAft>
                          <a:spcPts val="0"/>
                        </a:spcAft>
                        <a:buNone/>
                      </a:pPr>
                      <a:r>
                        <a:rPr lang="en" sz="1200"/>
                        <a:t>A E K M</a:t>
                      </a:r>
                      <a:endParaRPr sz="1200"/>
                    </a:p>
                  </a:txBody>
                  <a:tcPr marT="91425" marB="91425" marR="91425" marL="91425"/>
                </a:tc>
                <a:tc>
                  <a:txBody>
                    <a:bodyPr/>
                    <a:lstStyle/>
                    <a:p>
                      <a:pPr indent="0" lvl="0" marL="0" rtl="0" algn="ctr">
                        <a:spcBef>
                          <a:spcPts val="0"/>
                        </a:spcBef>
                        <a:spcAft>
                          <a:spcPts val="0"/>
                        </a:spcAft>
                        <a:buNone/>
                      </a:pPr>
                      <a:r>
                        <a:rPr lang="en" sz="1200"/>
                        <a:t>K E M</a:t>
                      </a:r>
                      <a:endParaRPr sz="1200"/>
                    </a:p>
                  </a:txBody>
                  <a:tcPr marT="91425" marB="91425" marR="91425" marL="91425"/>
                </a:tc>
              </a:tr>
              <a:tr h="369400">
                <a:tc>
                  <a:txBody>
                    <a:bodyPr/>
                    <a:lstStyle/>
                    <a:p>
                      <a:pPr indent="0" lvl="0" marL="0" rtl="0" algn="ctr">
                        <a:spcBef>
                          <a:spcPts val="0"/>
                        </a:spcBef>
                        <a:spcAft>
                          <a:spcPts val="0"/>
                        </a:spcAft>
                        <a:buNone/>
                      </a:pPr>
                      <a:r>
                        <a:rPr lang="en" sz="1200"/>
                        <a:t>T4</a:t>
                      </a:r>
                      <a:endParaRPr sz="1200"/>
                    </a:p>
                  </a:txBody>
                  <a:tcPr marT="91425" marB="91425" marR="91425" marL="91425"/>
                </a:tc>
                <a:tc>
                  <a:txBody>
                    <a:bodyPr/>
                    <a:lstStyle/>
                    <a:p>
                      <a:pPr indent="0" lvl="0" marL="0" rtl="0" algn="ctr">
                        <a:spcBef>
                          <a:spcPts val="0"/>
                        </a:spcBef>
                        <a:spcAft>
                          <a:spcPts val="0"/>
                        </a:spcAft>
                        <a:buNone/>
                      </a:pPr>
                      <a:r>
                        <a:rPr lang="en" sz="1200"/>
                        <a:t>C K M U Y</a:t>
                      </a:r>
                      <a:endParaRPr sz="1200"/>
                    </a:p>
                  </a:txBody>
                  <a:tcPr marT="91425" marB="91425" marR="91425" marL="91425"/>
                </a:tc>
                <a:tc>
                  <a:txBody>
                    <a:bodyPr/>
                    <a:lstStyle/>
                    <a:p>
                      <a:pPr indent="0" lvl="0" marL="0" rtl="0" algn="ctr">
                        <a:spcBef>
                          <a:spcPts val="0"/>
                        </a:spcBef>
                        <a:spcAft>
                          <a:spcPts val="0"/>
                        </a:spcAft>
                        <a:buNone/>
                      </a:pPr>
                      <a:r>
                        <a:rPr lang="en" sz="1200"/>
                        <a:t>K M Y</a:t>
                      </a:r>
                      <a:endParaRPr sz="1200"/>
                    </a:p>
                  </a:txBody>
                  <a:tcPr marT="91425" marB="91425" marR="91425" marL="91425"/>
                </a:tc>
              </a:tr>
              <a:tr h="369400">
                <a:tc>
                  <a:txBody>
                    <a:bodyPr/>
                    <a:lstStyle/>
                    <a:p>
                      <a:pPr indent="0" lvl="0" marL="0" rtl="0" algn="ctr">
                        <a:spcBef>
                          <a:spcPts val="0"/>
                        </a:spcBef>
                        <a:spcAft>
                          <a:spcPts val="0"/>
                        </a:spcAft>
                        <a:buNone/>
                      </a:pPr>
                      <a:r>
                        <a:rPr lang="en" sz="1200"/>
                        <a:t>T5</a:t>
                      </a:r>
                      <a:endParaRPr sz="1200"/>
                    </a:p>
                  </a:txBody>
                  <a:tcPr marT="91425" marB="91425" marR="91425" marL="91425"/>
                </a:tc>
                <a:tc>
                  <a:txBody>
                    <a:bodyPr/>
                    <a:lstStyle/>
                    <a:p>
                      <a:pPr indent="0" lvl="0" marL="0" rtl="0" algn="ctr">
                        <a:spcBef>
                          <a:spcPts val="0"/>
                        </a:spcBef>
                        <a:spcAft>
                          <a:spcPts val="0"/>
                        </a:spcAft>
                        <a:buNone/>
                      </a:pPr>
                      <a:r>
                        <a:rPr lang="en" sz="1200"/>
                        <a:t>C E I K O O</a:t>
                      </a:r>
                      <a:endParaRPr sz="1200"/>
                    </a:p>
                  </a:txBody>
                  <a:tcPr marT="91425" marB="91425" marR="91425" marL="91425"/>
                </a:tc>
                <a:tc>
                  <a:txBody>
                    <a:bodyPr/>
                    <a:lstStyle/>
                    <a:p>
                      <a:pPr indent="0" lvl="0" marL="0" rtl="0" algn="ctr">
                        <a:spcBef>
                          <a:spcPts val="0"/>
                        </a:spcBef>
                        <a:spcAft>
                          <a:spcPts val="0"/>
                        </a:spcAft>
                        <a:buNone/>
                      </a:pPr>
                      <a:r>
                        <a:rPr lang="en" sz="1200"/>
                        <a:t>K E O</a:t>
                      </a:r>
                      <a:endParaRPr sz="1200"/>
                    </a:p>
                  </a:txBody>
                  <a:tcPr marT="91425" marB="91425" marR="91425" marL="91425"/>
                </a:tc>
              </a:tr>
            </a:tbl>
          </a:graphicData>
        </a:graphic>
      </p:graphicFrame>
      <p:sp>
        <p:nvSpPr>
          <p:cNvPr id="664" name="Google Shape;664;p61"/>
          <p:cNvSpPr txBox="1"/>
          <p:nvPr>
            <p:ph idx="3" type="body"/>
          </p:nvPr>
        </p:nvSpPr>
        <p:spPr>
          <a:xfrm>
            <a:off x="71825" y="522200"/>
            <a:ext cx="4403100" cy="8148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SzPts val="1600"/>
              <a:buChar char="●"/>
            </a:pPr>
            <a:r>
              <a:rPr lang="en" sz="1600"/>
              <a:t>Now all the ordered-Item sets are inserted into a Trie Data Structure</a:t>
            </a:r>
            <a:endParaRPr sz="1600"/>
          </a:p>
          <a:p>
            <a:pPr indent="0" lvl="0" marL="0" rtl="0" algn="l">
              <a:spcBef>
                <a:spcPts val="1200"/>
              </a:spcBef>
              <a:spcAft>
                <a:spcPts val="1200"/>
              </a:spcAft>
              <a:buNone/>
            </a:pPr>
            <a:r>
              <a:t/>
            </a:r>
            <a:endParaRPr/>
          </a:p>
        </p:txBody>
      </p:sp>
      <p:pic>
        <p:nvPicPr>
          <p:cNvPr id="665" name="Google Shape;665;p61" title="fp2-removebg-preview.png"/>
          <p:cNvPicPr preferRelativeResize="0"/>
          <p:nvPr/>
        </p:nvPicPr>
        <p:blipFill rotWithShape="1">
          <a:blip r:embed="rId3">
            <a:alphaModFix/>
          </a:blip>
          <a:srcRect b="0" l="1497" r="0" t="0"/>
          <a:stretch/>
        </p:blipFill>
        <p:spPr>
          <a:xfrm>
            <a:off x="4986200" y="536300"/>
            <a:ext cx="3938200" cy="4070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2"/>
          <p:cNvSpPr txBox="1"/>
          <p:nvPr>
            <p:ph idx="3" type="body"/>
          </p:nvPr>
        </p:nvSpPr>
        <p:spPr>
          <a:xfrm>
            <a:off x="71825" y="522200"/>
            <a:ext cx="4403100" cy="372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600"/>
              <a:t>Now all the ordered-Item sets are inserted into a Trie Data Structure</a:t>
            </a:r>
            <a:endParaRPr sz="1600"/>
          </a:p>
          <a:p>
            <a:pPr indent="-330200" lvl="0" marL="457200" rtl="0" algn="l">
              <a:lnSpc>
                <a:spcPct val="150000"/>
              </a:lnSpc>
              <a:spcBef>
                <a:spcPts val="1200"/>
              </a:spcBef>
              <a:spcAft>
                <a:spcPts val="0"/>
              </a:spcAft>
              <a:buSzPts val="1600"/>
              <a:buAutoNum type="arabicPeriod"/>
            </a:pPr>
            <a:r>
              <a:rPr lang="en" sz="1600"/>
              <a:t>Inserting the set </a:t>
            </a:r>
            <a:r>
              <a:rPr lang="en" sz="1600">
                <a:solidFill>
                  <a:schemeClr val="dk1"/>
                </a:solidFill>
              </a:rPr>
              <a:t>{K E M O Y}</a:t>
            </a:r>
            <a:endParaRPr sz="1600">
              <a:solidFill>
                <a:schemeClr val="dk1"/>
              </a:solidFill>
            </a:endParaRPr>
          </a:p>
          <a:p>
            <a:pPr indent="-330200" lvl="0" marL="457200" rtl="0" algn="l">
              <a:lnSpc>
                <a:spcPct val="150000"/>
              </a:lnSpc>
              <a:spcBef>
                <a:spcPts val="0"/>
              </a:spcBef>
              <a:spcAft>
                <a:spcPts val="0"/>
              </a:spcAft>
              <a:buSzPts val="1600"/>
              <a:buAutoNum type="arabicPeriod"/>
            </a:pPr>
            <a:r>
              <a:rPr lang="en" sz="1600"/>
              <a:t>Inserting the set </a:t>
            </a:r>
            <a:r>
              <a:rPr lang="en" sz="1600">
                <a:solidFill>
                  <a:schemeClr val="dk1"/>
                </a:solidFill>
              </a:rPr>
              <a:t>{K E O Y}</a:t>
            </a:r>
            <a:endParaRPr sz="1600">
              <a:solidFill>
                <a:schemeClr val="dk1"/>
              </a:solidFill>
            </a:endParaRPr>
          </a:p>
          <a:p>
            <a:pPr indent="-330200" lvl="0" marL="457200" rtl="0" algn="l">
              <a:lnSpc>
                <a:spcPct val="150000"/>
              </a:lnSpc>
              <a:spcBef>
                <a:spcPts val="0"/>
              </a:spcBef>
              <a:spcAft>
                <a:spcPts val="0"/>
              </a:spcAft>
              <a:buSzPts val="1600"/>
              <a:buAutoNum type="arabicPeriod"/>
            </a:pPr>
            <a:r>
              <a:rPr lang="en" sz="1600"/>
              <a:t>Inserting the set </a:t>
            </a:r>
            <a:r>
              <a:rPr lang="en" sz="1600">
                <a:solidFill>
                  <a:schemeClr val="dk1"/>
                </a:solidFill>
              </a:rPr>
              <a:t>{K E M}</a:t>
            </a:r>
            <a:endParaRPr sz="1600">
              <a:solidFill>
                <a:schemeClr val="dk1"/>
              </a:solidFill>
            </a:endParaRPr>
          </a:p>
          <a:p>
            <a:pPr indent="-330200" lvl="0" marL="457200" rtl="0" algn="l">
              <a:lnSpc>
                <a:spcPct val="150000"/>
              </a:lnSpc>
              <a:spcBef>
                <a:spcPts val="0"/>
              </a:spcBef>
              <a:spcAft>
                <a:spcPts val="0"/>
              </a:spcAft>
              <a:buSzPts val="1600"/>
              <a:buAutoNum type="arabicPeriod"/>
            </a:pPr>
            <a:r>
              <a:rPr lang="en" sz="1600"/>
              <a:t>Inserting the set </a:t>
            </a:r>
            <a:r>
              <a:rPr lang="en" sz="1600">
                <a:solidFill>
                  <a:schemeClr val="dk1"/>
                </a:solidFill>
              </a:rPr>
              <a:t>{K M  Y}</a:t>
            </a:r>
            <a:endParaRPr sz="1600">
              <a:solidFill>
                <a:schemeClr val="dk1"/>
              </a:solidFill>
            </a:endParaRPr>
          </a:p>
          <a:p>
            <a:pPr indent="-330200" lvl="0" marL="457200" rtl="0" algn="l">
              <a:lnSpc>
                <a:spcPct val="150000"/>
              </a:lnSpc>
              <a:spcBef>
                <a:spcPts val="0"/>
              </a:spcBef>
              <a:spcAft>
                <a:spcPts val="0"/>
              </a:spcAft>
              <a:buSzPts val="1600"/>
              <a:buAutoNum type="arabicPeriod"/>
            </a:pPr>
            <a:r>
              <a:rPr lang="en" sz="1600"/>
              <a:t>Inserting the set </a:t>
            </a:r>
            <a:r>
              <a:rPr lang="en" sz="1600">
                <a:solidFill>
                  <a:schemeClr val="dk1"/>
                </a:solidFill>
              </a:rPr>
              <a:t>{K E O}</a:t>
            </a:r>
            <a:endParaRPr sz="1600">
              <a:solidFill>
                <a:schemeClr val="dk1"/>
              </a:solidFill>
            </a:endParaRPr>
          </a:p>
          <a:p>
            <a:pPr indent="0" lvl="0" marL="457200" rtl="0" algn="l">
              <a:lnSpc>
                <a:spcPct val="100000"/>
              </a:lnSpc>
              <a:spcBef>
                <a:spcPts val="1200"/>
              </a:spcBef>
              <a:spcAft>
                <a:spcPts val="0"/>
              </a:spcAft>
              <a:buNone/>
            </a:pPr>
            <a:r>
              <a:t/>
            </a:r>
            <a:endParaRPr sz="1600"/>
          </a:p>
          <a:p>
            <a:pPr indent="0" lvl="0" marL="0" rtl="0" algn="l">
              <a:spcBef>
                <a:spcPts val="1200"/>
              </a:spcBef>
              <a:spcAft>
                <a:spcPts val="1200"/>
              </a:spcAft>
              <a:buNone/>
            </a:pPr>
            <a:r>
              <a:t/>
            </a:r>
            <a:endParaRPr/>
          </a:p>
        </p:txBody>
      </p:sp>
      <p:pic>
        <p:nvPicPr>
          <p:cNvPr id="671" name="Google Shape;671;p62" title="fp2-removebg-preview.png"/>
          <p:cNvPicPr preferRelativeResize="0"/>
          <p:nvPr/>
        </p:nvPicPr>
        <p:blipFill rotWithShape="1">
          <a:blip r:embed="rId3">
            <a:alphaModFix/>
          </a:blip>
          <a:srcRect b="0" l="1497" r="0" t="0"/>
          <a:stretch/>
        </p:blipFill>
        <p:spPr>
          <a:xfrm>
            <a:off x="4986200" y="536300"/>
            <a:ext cx="3938200" cy="4070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63"/>
          <p:cNvSpPr txBox="1"/>
          <p:nvPr>
            <p:ph idx="3" type="body"/>
          </p:nvPr>
        </p:nvSpPr>
        <p:spPr>
          <a:xfrm>
            <a:off x="71825" y="522200"/>
            <a:ext cx="4568400" cy="116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600"/>
              <a:t>Now, for each item, the Conditional Pattern Base is computed which is path labels of all the paths which lead to any node of the given item in the frequent-pattern tree.</a:t>
            </a:r>
            <a:endParaRPr sz="1600"/>
          </a:p>
          <a:p>
            <a:pPr indent="0" lvl="0" marL="0" rtl="0" algn="l">
              <a:spcBef>
                <a:spcPts val="0"/>
              </a:spcBef>
              <a:spcAft>
                <a:spcPts val="0"/>
              </a:spcAft>
              <a:buClr>
                <a:schemeClr val="dk2"/>
              </a:buClr>
              <a:buSzPts val="1100"/>
              <a:buFont typeface="Arial"/>
              <a:buNone/>
            </a:pPr>
            <a:r>
              <a:t/>
            </a:r>
            <a:endParaRPr sz="1600"/>
          </a:p>
          <a:p>
            <a:pPr indent="0" lvl="0" marL="0" rtl="0" algn="l">
              <a:lnSpc>
                <a:spcPct val="100000"/>
              </a:lnSpc>
              <a:spcBef>
                <a:spcPts val="0"/>
              </a:spcBef>
              <a:spcAft>
                <a:spcPts val="0"/>
              </a:spcAft>
              <a:buNone/>
            </a:pPr>
            <a:r>
              <a:t/>
            </a:r>
            <a:endParaRPr sz="1600"/>
          </a:p>
          <a:p>
            <a:pPr indent="0" lvl="0" marL="0" rtl="0" algn="l">
              <a:spcBef>
                <a:spcPts val="0"/>
              </a:spcBef>
              <a:spcAft>
                <a:spcPts val="0"/>
              </a:spcAft>
              <a:buNone/>
            </a:pPr>
            <a:r>
              <a:t/>
            </a:r>
            <a:endParaRPr/>
          </a:p>
        </p:txBody>
      </p:sp>
      <p:pic>
        <p:nvPicPr>
          <p:cNvPr id="677" name="Google Shape;677;p63" title="fp2-removebg-preview.png"/>
          <p:cNvPicPr preferRelativeResize="0"/>
          <p:nvPr/>
        </p:nvPicPr>
        <p:blipFill rotWithShape="1">
          <a:blip r:embed="rId3">
            <a:alphaModFix/>
          </a:blip>
          <a:srcRect b="0" l="1497" r="0" t="0"/>
          <a:stretch/>
        </p:blipFill>
        <p:spPr>
          <a:xfrm>
            <a:off x="4986200" y="536300"/>
            <a:ext cx="3938200" cy="4070925"/>
          </a:xfrm>
          <a:prstGeom prst="rect">
            <a:avLst/>
          </a:prstGeom>
          <a:noFill/>
          <a:ln>
            <a:noFill/>
          </a:ln>
        </p:spPr>
      </p:pic>
      <p:graphicFrame>
        <p:nvGraphicFramePr>
          <p:cNvPr id="678" name="Google Shape;678;p63"/>
          <p:cNvGraphicFramePr/>
          <p:nvPr/>
        </p:nvGraphicFramePr>
        <p:xfrm>
          <a:off x="142450" y="1987125"/>
          <a:ext cx="3000000" cy="3000000"/>
        </p:xfrm>
        <a:graphic>
          <a:graphicData uri="http://schemas.openxmlformats.org/drawingml/2006/table">
            <a:tbl>
              <a:tblPr>
                <a:noFill/>
                <a:tableStyleId>{4A4E9209-CCCE-4438-9D92-AD5AAE7C1939}</a:tableStyleId>
              </a:tblPr>
              <a:tblGrid>
                <a:gridCol w="762300"/>
                <a:gridCol w="3700475"/>
              </a:tblGrid>
              <a:tr h="397600">
                <a:tc>
                  <a:txBody>
                    <a:bodyPr/>
                    <a:lstStyle/>
                    <a:p>
                      <a:pPr indent="0" lvl="0" marL="0" rtl="0" algn="l">
                        <a:spcBef>
                          <a:spcPts val="0"/>
                        </a:spcBef>
                        <a:spcAft>
                          <a:spcPts val="0"/>
                        </a:spcAft>
                        <a:buNone/>
                      </a:pPr>
                      <a:r>
                        <a:rPr b="1" lang="en"/>
                        <a:t>Items</a:t>
                      </a:r>
                      <a:endParaRPr b="1"/>
                    </a:p>
                  </a:txBody>
                  <a:tcPr marT="91425" marB="91425" marR="91425" marL="91425"/>
                </a:tc>
                <a:tc>
                  <a:txBody>
                    <a:bodyPr/>
                    <a:lstStyle/>
                    <a:p>
                      <a:pPr indent="0" lvl="0" marL="0" rtl="0" algn="l">
                        <a:spcBef>
                          <a:spcPts val="0"/>
                        </a:spcBef>
                        <a:spcAft>
                          <a:spcPts val="0"/>
                        </a:spcAft>
                        <a:buNone/>
                      </a:pPr>
                      <a:r>
                        <a:rPr b="1" lang="en"/>
                        <a:t>Conditional Pattern Base</a:t>
                      </a:r>
                      <a:endParaRPr b="1"/>
                    </a:p>
                  </a:txBody>
                  <a:tcPr marT="91425" marB="91425" marR="91425" marL="91425"/>
                </a:tc>
              </a:tr>
              <a:tr h="367975">
                <a:tc>
                  <a:txBody>
                    <a:bodyPr/>
                    <a:lstStyle/>
                    <a:p>
                      <a:pPr indent="0" lvl="0" marL="0" rtl="0" algn="l">
                        <a:spcBef>
                          <a:spcPts val="0"/>
                        </a:spcBef>
                        <a:spcAft>
                          <a:spcPts val="0"/>
                        </a:spcAft>
                        <a:buNone/>
                      </a:pPr>
                      <a:r>
                        <a:rPr lang="en"/>
                        <a:t>Y</a:t>
                      </a:r>
                      <a:endParaRPr/>
                    </a:p>
                  </a:txBody>
                  <a:tcPr marT="91425" marB="91425" marR="91425" marL="91425"/>
                </a:tc>
                <a:tc>
                  <a:txBody>
                    <a:bodyPr/>
                    <a:lstStyle/>
                    <a:p>
                      <a:pPr indent="0" lvl="0" marL="0" rtl="0" algn="l">
                        <a:spcBef>
                          <a:spcPts val="0"/>
                        </a:spcBef>
                        <a:spcAft>
                          <a:spcPts val="0"/>
                        </a:spcAft>
                        <a:buNone/>
                      </a:pPr>
                      <a:r>
                        <a:rPr lang="en"/>
                        <a:t>{{K,E,M,O : 1}, {K,E,O : 1}, {K,M : 1}}</a:t>
                      </a:r>
                      <a:endParaRPr/>
                    </a:p>
                  </a:txBody>
                  <a:tcPr marT="91425" marB="91425" marR="91425" marL="91425"/>
                </a:tc>
              </a:tr>
              <a:tr h="367975">
                <a:tc>
                  <a:txBody>
                    <a:bodyPr/>
                    <a:lstStyle/>
                    <a:p>
                      <a:pPr indent="0" lvl="0" marL="0" rtl="0" algn="l">
                        <a:spcBef>
                          <a:spcPts val="0"/>
                        </a:spcBef>
                        <a:spcAft>
                          <a:spcPts val="0"/>
                        </a:spcAft>
                        <a:buNone/>
                      </a:pPr>
                      <a:r>
                        <a:rPr lang="en"/>
                        <a:t>O</a:t>
                      </a:r>
                      <a:endParaRPr/>
                    </a:p>
                  </a:txBody>
                  <a:tcPr marT="91425" marB="91425" marR="91425" marL="91425"/>
                </a:tc>
                <a:tc>
                  <a:txBody>
                    <a:bodyPr/>
                    <a:lstStyle/>
                    <a:p>
                      <a:pPr indent="0" lvl="0" marL="0" rtl="0" algn="l">
                        <a:spcBef>
                          <a:spcPts val="0"/>
                        </a:spcBef>
                        <a:spcAft>
                          <a:spcPts val="0"/>
                        </a:spcAft>
                        <a:buNone/>
                      </a:pPr>
                      <a:r>
                        <a:rPr lang="en"/>
                        <a:t>{{K,E,M : 1}, {K,E : 2}}</a:t>
                      </a:r>
                      <a:endParaRPr/>
                    </a:p>
                  </a:txBody>
                  <a:tcPr marT="91425" marB="91425" marR="91425" marL="91425"/>
                </a:tc>
              </a:tr>
              <a:tr h="367975">
                <a:tc>
                  <a:txBody>
                    <a:bodyPr/>
                    <a:lstStyle/>
                    <a:p>
                      <a:pPr indent="0" lvl="0" marL="0" rtl="0" algn="l">
                        <a:spcBef>
                          <a:spcPts val="0"/>
                        </a:spcBef>
                        <a:spcAft>
                          <a:spcPts val="0"/>
                        </a:spcAft>
                        <a:buNone/>
                      </a:pPr>
                      <a:r>
                        <a:rPr lang="en"/>
                        <a:t>M</a:t>
                      </a:r>
                      <a:endParaRPr/>
                    </a:p>
                  </a:txBody>
                  <a:tcPr marT="91425" marB="91425" marR="91425" marL="91425"/>
                </a:tc>
                <a:tc>
                  <a:txBody>
                    <a:bodyPr/>
                    <a:lstStyle/>
                    <a:p>
                      <a:pPr indent="0" lvl="0" marL="0" rtl="0" algn="l">
                        <a:spcBef>
                          <a:spcPts val="0"/>
                        </a:spcBef>
                        <a:spcAft>
                          <a:spcPts val="0"/>
                        </a:spcAft>
                        <a:buNone/>
                      </a:pPr>
                      <a:r>
                        <a:rPr lang="en"/>
                        <a:t>{{K,E : 2}, (K: 1))</a:t>
                      </a:r>
                      <a:endParaRPr/>
                    </a:p>
                  </a:txBody>
                  <a:tcPr marT="91425" marB="91425" marR="91425" marL="91425"/>
                </a:tc>
              </a:tr>
              <a:tr h="36797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{K:4}</a:t>
                      </a:r>
                      <a:endParaRPr/>
                    </a:p>
                  </a:txBody>
                  <a:tcPr marT="91425" marB="91425" marR="91425" marL="91425"/>
                </a:tc>
              </a:tr>
              <a:tr h="367975">
                <a:tc>
                  <a:txBody>
                    <a:bodyPr/>
                    <a:lstStyle/>
                    <a:p>
                      <a:pPr indent="0" lvl="0" marL="0" rtl="0" algn="l">
                        <a:spcBef>
                          <a:spcPts val="0"/>
                        </a:spcBef>
                        <a:spcAft>
                          <a:spcPts val="0"/>
                        </a:spcAft>
                        <a:buNone/>
                      </a:pPr>
                      <a:r>
                        <a:rPr lang="en"/>
                        <a:t>K</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64"/>
          <p:cNvSpPr txBox="1"/>
          <p:nvPr>
            <p:ph idx="3" type="body"/>
          </p:nvPr>
        </p:nvSpPr>
        <p:spPr>
          <a:xfrm>
            <a:off x="71825" y="522200"/>
            <a:ext cx="8917500" cy="116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Now for each item the Conditional Frequent Pattern Tree is built. It is done by taking the set of elements which is common in all the paths in the Conditional Pattern Base of that item and calculating it’s support count by summing the support counts of all the paths in the Conditional Pattern Base</a:t>
            </a:r>
            <a:r>
              <a:rPr lang="en" sz="1600"/>
              <a:t>.</a:t>
            </a:r>
            <a:endParaRPr sz="1600"/>
          </a:p>
          <a:p>
            <a:pPr indent="0" lvl="0" marL="0" rtl="0" algn="l">
              <a:spcBef>
                <a:spcPts val="0"/>
              </a:spcBef>
              <a:spcAft>
                <a:spcPts val="0"/>
              </a:spcAft>
              <a:buNone/>
            </a:pPr>
            <a:r>
              <a:t/>
            </a:r>
            <a:endParaRPr sz="1600"/>
          </a:p>
          <a:p>
            <a:pPr indent="0" lvl="0" marL="0" rtl="0" algn="l">
              <a:lnSpc>
                <a:spcPct val="100000"/>
              </a:lnSpc>
              <a:spcBef>
                <a:spcPts val="0"/>
              </a:spcBef>
              <a:spcAft>
                <a:spcPts val="0"/>
              </a:spcAft>
              <a:buNone/>
            </a:pPr>
            <a:r>
              <a:t/>
            </a:r>
            <a:endParaRPr sz="1600"/>
          </a:p>
          <a:p>
            <a:pPr indent="0" lvl="0" marL="0" rtl="0" algn="l">
              <a:spcBef>
                <a:spcPts val="0"/>
              </a:spcBef>
              <a:spcAft>
                <a:spcPts val="0"/>
              </a:spcAft>
              <a:buNone/>
            </a:pPr>
            <a:r>
              <a:t/>
            </a:r>
            <a:endParaRPr/>
          </a:p>
        </p:txBody>
      </p:sp>
      <p:graphicFrame>
        <p:nvGraphicFramePr>
          <p:cNvPr id="684" name="Google Shape;684;p64"/>
          <p:cNvGraphicFramePr/>
          <p:nvPr/>
        </p:nvGraphicFramePr>
        <p:xfrm>
          <a:off x="142450" y="1987125"/>
          <a:ext cx="3000000" cy="3000000"/>
        </p:xfrm>
        <a:graphic>
          <a:graphicData uri="http://schemas.openxmlformats.org/drawingml/2006/table">
            <a:tbl>
              <a:tblPr>
                <a:noFill/>
                <a:tableStyleId>{4A4E9209-CCCE-4438-9D92-AD5AAE7C1939}</a:tableStyleId>
              </a:tblPr>
              <a:tblGrid>
                <a:gridCol w="882200"/>
                <a:gridCol w="3961625"/>
                <a:gridCol w="3845800"/>
              </a:tblGrid>
              <a:tr h="408950">
                <a:tc>
                  <a:txBody>
                    <a:bodyPr/>
                    <a:lstStyle/>
                    <a:p>
                      <a:pPr indent="0" lvl="0" marL="0" rtl="0" algn="ctr">
                        <a:spcBef>
                          <a:spcPts val="0"/>
                        </a:spcBef>
                        <a:spcAft>
                          <a:spcPts val="0"/>
                        </a:spcAft>
                        <a:buNone/>
                      </a:pPr>
                      <a:r>
                        <a:rPr b="1" lang="en"/>
                        <a:t>Items</a:t>
                      </a:r>
                      <a:endParaRPr b="1"/>
                    </a:p>
                  </a:txBody>
                  <a:tcPr marT="91425" marB="91425" marR="91425" marL="91425"/>
                </a:tc>
                <a:tc>
                  <a:txBody>
                    <a:bodyPr/>
                    <a:lstStyle/>
                    <a:p>
                      <a:pPr indent="0" lvl="0" marL="0" rtl="0" algn="ctr">
                        <a:spcBef>
                          <a:spcPts val="0"/>
                        </a:spcBef>
                        <a:spcAft>
                          <a:spcPts val="0"/>
                        </a:spcAft>
                        <a:buNone/>
                      </a:pPr>
                      <a:r>
                        <a:rPr b="1" lang="en"/>
                        <a:t>Conditional Pattern Base</a:t>
                      </a:r>
                      <a:endParaRPr b="1"/>
                    </a:p>
                  </a:txBody>
                  <a:tcPr marT="91425" marB="91425" marR="91425" marL="91425"/>
                </a:tc>
                <a:tc>
                  <a:txBody>
                    <a:bodyPr/>
                    <a:lstStyle/>
                    <a:p>
                      <a:pPr indent="0" lvl="0" marL="0" rtl="0" algn="ctr">
                        <a:spcBef>
                          <a:spcPts val="0"/>
                        </a:spcBef>
                        <a:spcAft>
                          <a:spcPts val="0"/>
                        </a:spcAft>
                        <a:buNone/>
                      </a:pPr>
                      <a:r>
                        <a:rPr b="1" lang="en">
                          <a:solidFill>
                            <a:schemeClr val="dk2"/>
                          </a:solidFill>
                        </a:rPr>
                        <a:t>Conditional Frequent Pattern Tree</a:t>
                      </a:r>
                      <a:endParaRPr b="1"/>
                    </a:p>
                  </a:txBody>
                  <a:tcPr marT="91425" marB="91425" marR="91425" marL="91425"/>
                </a:tc>
              </a:tr>
              <a:tr h="364925">
                <a:tc>
                  <a:txBody>
                    <a:bodyPr/>
                    <a:lstStyle/>
                    <a:p>
                      <a:pPr indent="0" lvl="0" marL="0" rtl="0" algn="ctr">
                        <a:spcBef>
                          <a:spcPts val="0"/>
                        </a:spcBef>
                        <a:spcAft>
                          <a:spcPts val="0"/>
                        </a:spcAft>
                        <a:buNone/>
                      </a:pPr>
                      <a:r>
                        <a:rPr lang="en"/>
                        <a:t>Y</a:t>
                      </a:r>
                      <a:endParaRPr/>
                    </a:p>
                  </a:txBody>
                  <a:tcPr marT="91425" marB="91425" marR="91425" marL="91425"/>
                </a:tc>
                <a:tc>
                  <a:txBody>
                    <a:bodyPr/>
                    <a:lstStyle/>
                    <a:p>
                      <a:pPr indent="0" lvl="0" marL="0" rtl="0" algn="ctr">
                        <a:spcBef>
                          <a:spcPts val="0"/>
                        </a:spcBef>
                        <a:spcAft>
                          <a:spcPts val="0"/>
                        </a:spcAft>
                        <a:buNone/>
                      </a:pPr>
                      <a:r>
                        <a:rPr lang="en"/>
                        <a:t>{{K,E,M,O : 1}, {K,E,O : 1}, {K,M : 1}}</a:t>
                      </a:r>
                      <a:endParaRPr/>
                    </a:p>
                  </a:txBody>
                  <a:tcPr marT="91425" marB="91425" marR="91425" marL="91425"/>
                </a:tc>
                <a:tc>
                  <a:txBody>
                    <a:bodyPr/>
                    <a:lstStyle/>
                    <a:p>
                      <a:pPr indent="0" lvl="0" marL="0" rtl="0" algn="ctr">
                        <a:spcBef>
                          <a:spcPts val="0"/>
                        </a:spcBef>
                        <a:spcAft>
                          <a:spcPts val="0"/>
                        </a:spcAft>
                        <a:buNone/>
                      </a:pPr>
                      <a:r>
                        <a:rPr lang="en"/>
                        <a:t>{K:3}</a:t>
                      </a:r>
                      <a:endParaRPr/>
                    </a:p>
                  </a:txBody>
                  <a:tcPr marT="91425" marB="91425" marR="91425" marL="91425"/>
                </a:tc>
              </a:tr>
              <a:tr h="344550">
                <a:tc>
                  <a:txBody>
                    <a:bodyPr/>
                    <a:lstStyle/>
                    <a:p>
                      <a:pPr indent="0" lvl="0" marL="0" rtl="0" algn="ctr">
                        <a:spcBef>
                          <a:spcPts val="0"/>
                        </a:spcBef>
                        <a:spcAft>
                          <a:spcPts val="0"/>
                        </a:spcAft>
                        <a:buNone/>
                      </a:pPr>
                      <a:r>
                        <a:rPr lang="en"/>
                        <a:t>O</a:t>
                      </a:r>
                      <a:endParaRPr/>
                    </a:p>
                  </a:txBody>
                  <a:tcPr marT="91425" marB="91425" marR="91425" marL="91425"/>
                </a:tc>
                <a:tc>
                  <a:txBody>
                    <a:bodyPr/>
                    <a:lstStyle/>
                    <a:p>
                      <a:pPr indent="0" lvl="0" marL="0" rtl="0" algn="ctr">
                        <a:spcBef>
                          <a:spcPts val="0"/>
                        </a:spcBef>
                        <a:spcAft>
                          <a:spcPts val="0"/>
                        </a:spcAft>
                        <a:buNone/>
                      </a:pPr>
                      <a:r>
                        <a:rPr lang="en"/>
                        <a:t>{{K,E,M : 1}, {K,E : 2}}</a:t>
                      </a:r>
                      <a:endParaRPr/>
                    </a:p>
                  </a:txBody>
                  <a:tcPr marT="91425" marB="91425" marR="91425" marL="91425"/>
                </a:tc>
                <a:tc>
                  <a:txBody>
                    <a:bodyPr/>
                    <a:lstStyle/>
                    <a:p>
                      <a:pPr indent="0" lvl="0" marL="0" rtl="0" algn="ctr">
                        <a:spcBef>
                          <a:spcPts val="0"/>
                        </a:spcBef>
                        <a:spcAft>
                          <a:spcPts val="0"/>
                        </a:spcAft>
                        <a:buNone/>
                      </a:pPr>
                      <a:r>
                        <a:rPr lang="en">
                          <a:solidFill>
                            <a:schemeClr val="dk2"/>
                          </a:solidFill>
                        </a:rPr>
                        <a:t>{K, E:3}</a:t>
                      </a:r>
                      <a:endParaRPr/>
                    </a:p>
                  </a:txBody>
                  <a:tcPr marT="91425" marB="91425" marR="91425" marL="91425"/>
                </a:tc>
              </a:tr>
              <a:tr h="344550">
                <a:tc>
                  <a:txBody>
                    <a:bodyPr/>
                    <a:lstStyle/>
                    <a:p>
                      <a:pPr indent="0" lvl="0" marL="0" rtl="0" algn="ctr">
                        <a:spcBef>
                          <a:spcPts val="0"/>
                        </a:spcBef>
                        <a:spcAft>
                          <a:spcPts val="0"/>
                        </a:spcAft>
                        <a:buNone/>
                      </a:pPr>
                      <a:r>
                        <a:rPr lang="en"/>
                        <a:t>M</a:t>
                      </a:r>
                      <a:endParaRPr/>
                    </a:p>
                  </a:txBody>
                  <a:tcPr marT="91425" marB="91425" marR="91425" marL="91425"/>
                </a:tc>
                <a:tc>
                  <a:txBody>
                    <a:bodyPr/>
                    <a:lstStyle/>
                    <a:p>
                      <a:pPr indent="0" lvl="0" marL="0" rtl="0" algn="ctr">
                        <a:spcBef>
                          <a:spcPts val="0"/>
                        </a:spcBef>
                        <a:spcAft>
                          <a:spcPts val="0"/>
                        </a:spcAft>
                        <a:buNone/>
                      </a:pPr>
                      <a:r>
                        <a:rPr lang="en"/>
                        <a:t>{{K,E : 2}, (K: 1))</a:t>
                      </a:r>
                      <a:endParaRPr/>
                    </a:p>
                  </a:txBody>
                  <a:tcPr marT="91425" marB="91425" marR="91425" marL="91425"/>
                </a:tc>
                <a:tc>
                  <a:txBody>
                    <a:bodyPr/>
                    <a:lstStyle/>
                    <a:p>
                      <a:pPr indent="0" lvl="0" marL="0" rtl="0" algn="ctr">
                        <a:spcBef>
                          <a:spcPts val="0"/>
                        </a:spcBef>
                        <a:spcAft>
                          <a:spcPts val="0"/>
                        </a:spcAft>
                        <a:buNone/>
                      </a:pPr>
                      <a:r>
                        <a:rPr lang="en">
                          <a:solidFill>
                            <a:schemeClr val="dk2"/>
                          </a:solidFill>
                        </a:rPr>
                        <a:t>{K:3}</a:t>
                      </a:r>
                      <a:endParaRPr/>
                    </a:p>
                  </a:txBody>
                  <a:tcPr marT="91425" marB="91425" marR="91425" marL="91425"/>
                </a:tc>
              </a:tr>
              <a:tr h="344550">
                <a:tc>
                  <a:txBody>
                    <a:bodyPr/>
                    <a:lstStyle/>
                    <a:p>
                      <a:pPr indent="0" lvl="0" marL="0" rtl="0" algn="ctr">
                        <a:spcBef>
                          <a:spcPts val="0"/>
                        </a:spcBef>
                        <a:spcAft>
                          <a:spcPts val="0"/>
                        </a:spcAft>
                        <a:buNone/>
                      </a:pPr>
                      <a:r>
                        <a:rPr lang="en"/>
                        <a:t>E</a:t>
                      </a:r>
                      <a:endParaRPr/>
                    </a:p>
                  </a:txBody>
                  <a:tcPr marT="91425" marB="91425" marR="91425" marL="91425"/>
                </a:tc>
                <a:tc>
                  <a:txBody>
                    <a:bodyPr/>
                    <a:lstStyle/>
                    <a:p>
                      <a:pPr indent="0" lvl="0" marL="0" rtl="0" algn="ctr">
                        <a:spcBef>
                          <a:spcPts val="0"/>
                        </a:spcBef>
                        <a:spcAft>
                          <a:spcPts val="0"/>
                        </a:spcAft>
                        <a:buNone/>
                      </a:pPr>
                      <a:r>
                        <a:rPr lang="en"/>
                        <a:t>{K:4}</a:t>
                      </a:r>
                      <a:endParaRPr/>
                    </a:p>
                  </a:txBody>
                  <a:tcPr marT="91425" marB="91425" marR="91425" marL="91425"/>
                </a:tc>
                <a:tc>
                  <a:txBody>
                    <a:bodyPr/>
                    <a:lstStyle/>
                    <a:p>
                      <a:pPr indent="0" lvl="0" marL="0" rtl="0" algn="ctr">
                        <a:spcBef>
                          <a:spcPts val="0"/>
                        </a:spcBef>
                        <a:spcAft>
                          <a:spcPts val="0"/>
                        </a:spcAft>
                        <a:buNone/>
                      </a:pPr>
                      <a:r>
                        <a:rPr lang="en">
                          <a:solidFill>
                            <a:schemeClr val="dk2"/>
                          </a:solidFill>
                        </a:rPr>
                        <a:t>{K:4}</a:t>
                      </a:r>
                      <a:endParaRPr/>
                    </a:p>
                  </a:txBody>
                  <a:tcPr marT="91425" marB="91425" marR="91425" marL="91425"/>
                </a:tc>
              </a:tr>
              <a:tr h="344550">
                <a:tc>
                  <a:txBody>
                    <a:bodyPr/>
                    <a:lstStyle/>
                    <a:p>
                      <a:pPr indent="0" lvl="0" marL="0" rtl="0" algn="ctr">
                        <a:spcBef>
                          <a:spcPts val="0"/>
                        </a:spcBef>
                        <a:spcAft>
                          <a:spcPts val="0"/>
                        </a:spcAft>
                        <a:buNone/>
                      </a:pPr>
                      <a:r>
                        <a:rPr lang="en"/>
                        <a:t>K</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5"/>
          <p:cNvSpPr txBox="1"/>
          <p:nvPr>
            <p:ph idx="3" type="body"/>
          </p:nvPr>
        </p:nvSpPr>
        <p:spPr>
          <a:xfrm>
            <a:off x="71825" y="522200"/>
            <a:ext cx="8917500" cy="8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From the Conditional Frequent Pattern tree, the Frequent Pattern rules are generated by pairing the items of the Conditional Frequent Pattern Tree set to the corresponding to the item as given in the below table.</a:t>
            </a:r>
            <a:endParaRPr sz="1600"/>
          </a:p>
          <a:p>
            <a:pPr indent="0" lvl="0" marL="0" rtl="0" algn="l">
              <a:spcBef>
                <a:spcPts val="0"/>
              </a:spcBef>
              <a:spcAft>
                <a:spcPts val="0"/>
              </a:spcAft>
              <a:buNone/>
            </a:pPr>
            <a:r>
              <a:t/>
            </a:r>
            <a:endParaRPr sz="1600"/>
          </a:p>
          <a:p>
            <a:pPr indent="0" lvl="0" marL="0" rtl="0" algn="l">
              <a:lnSpc>
                <a:spcPct val="100000"/>
              </a:lnSpc>
              <a:spcBef>
                <a:spcPts val="0"/>
              </a:spcBef>
              <a:spcAft>
                <a:spcPts val="0"/>
              </a:spcAft>
              <a:buNone/>
            </a:pPr>
            <a:r>
              <a:t/>
            </a:r>
            <a:endParaRPr sz="1600"/>
          </a:p>
          <a:p>
            <a:pPr indent="0" lvl="0" marL="0" rtl="0" algn="l">
              <a:spcBef>
                <a:spcPts val="0"/>
              </a:spcBef>
              <a:spcAft>
                <a:spcPts val="0"/>
              </a:spcAft>
              <a:buNone/>
            </a:pPr>
            <a:r>
              <a:t/>
            </a:r>
            <a:endParaRPr/>
          </a:p>
        </p:txBody>
      </p:sp>
      <p:graphicFrame>
        <p:nvGraphicFramePr>
          <p:cNvPr id="690" name="Google Shape;690;p65"/>
          <p:cNvGraphicFramePr/>
          <p:nvPr/>
        </p:nvGraphicFramePr>
        <p:xfrm>
          <a:off x="185750" y="1407800"/>
          <a:ext cx="3000000" cy="3000000"/>
        </p:xfrm>
        <a:graphic>
          <a:graphicData uri="http://schemas.openxmlformats.org/drawingml/2006/table">
            <a:tbl>
              <a:tblPr>
                <a:noFill/>
                <a:tableStyleId>{4A4E9209-CCCE-4438-9D92-AD5AAE7C1939}</a:tableStyleId>
              </a:tblPr>
              <a:tblGrid>
                <a:gridCol w="882200"/>
                <a:gridCol w="3961625"/>
                <a:gridCol w="3845800"/>
              </a:tblGrid>
              <a:tr h="408950">
                <a:tc>
                  <a:txBody>
                    <a:bodyPr/>
                    <a:lstStyle/>
                    <a:p>
                      <a:pPr indent="0" lvl="0" marL="0" rtl="0" algn="ctr">
                        <a:spcBef>
                          <a:spcPts val="0"/>
                        </a:spcBef>
                        <a:spcAft>
                          <a:spcPts val="0"/>
                        </a:spcAft>
                        <a:buNone/>
                      </a:pPr>
                      <a:r>
                        <a:rPr b="1" lang="en" sz="1100"/>
                        <a:t>Items</a:t>
                      </a:r>
                      <a:endParaRPr b="1" sz="1100"/>
                    </a:p>
                  </a:txBody>
                  <a:tcPr marT="91425" marB="91425" marR="91425" marL="91425"/>
                </a:tc>
                <a:tc>
                  <a:txBody>
                    <a:bodyPr/>
                    <a:lstStyle/>
                    <a:p>
                      <a:pPr indent="0" lvl="0" marL="0" rtl="0" algn="ctr">
                        <a:spcBef>
                          <a:spcPts val="0"/>
                        </a:spcBef>
                        <a:spcAft>
                          <a:spcPts val="0"/>
                        </a:spcAft>
                        <a:buNone/>
                      </a:pPr>
                      <a:r>
                        <a:rPr b="1" lang="en" sz="1100"/>
                        <a:t>Conditional Pattern Base</a:t>
                      </a:r>
                      <a:endParaRPr b="1" sz="1100"/>
                    </a:p>
                  </a:txBody>
                  <a:tcPr marT="91425" marB="91425" marR="91425" marL="91425"/>
                </a:tc>
                <a:tc>
                  <a:txBody>
                    <a:bodyPr/>
                    <a:lstStyle/>
                    <a:p>
                      <a:pPr indent="0" lvl="0" marL="0" rtl="0" algn="ctr">
                        <a:spcBef>
                          <a:spcPts val="0"/>
                        </a:spcBef>
                        <a:spcAft>
                          <a:spcPts val="0"/>
                        </a:spcAft>
                        <a:buNone/>
                      </a:pPr>
                      <a:r>
                        <a:rPr b="1" lang="en" sz="1100">
                          <a:solidFill>
                            <a:schemeClr val="dk2"/>
                          </a:solidFill>
                        </a:rPr>
                        <a:t>Conditional Frequent Pattern Tree</a:t>
                      </a:r>
                      <a:endParaRPr b="1" sz="1100"/>
                    </a:p>
                  </a:txBody>
                  <a:tcPr marT="91425" marB="91425" marR="91425" marL="91425"/>
                </a:tc>
              </a:tr>
              <a:tr h="364925">
                <a:tc>
                  <a:txBody>
                    <a:bodyPr/>
                    <a:lstStyle/>
                    <a:p>
                      <a:pPr indent="0" lvl="0" marL="0" rtl="0" algn="ctr">
                        <a:spcBef>
                          <a:spcPts val="0"/>
                        </a:spcBef>
                        <a:spcAft>
                          <a:spcPts val="0"/>
                        </a:spcAft>
                        <a:buNone/>
                      </a:pPr>
                      <a:r>
                        <a:rPr lang="en" sz="1100"/>
                        <a:t>Y</a:t>
                      </a:r>
                      <a:endParaRPr sz="1100"/>
                    </a:p>
                  </a:txBody>
                  <a:tcPr marT="91425" marB="91425" marR="91425" marL="91425"/>
                </a:tc>
                <a:tc>
                  <a:txBody>
                    <a:bodyPr/>
                    <a:lstStyle/>
                    <a:p>
                      <a:pPr indent="0" lvl="0" marL="0" rtl="0" algn="ctr">
                        <a:spcBef>
                          <a:spcPts val="0"/>
                        </a:spcBef>
                        <a:spcAft>
                          <a:spcPts val="0"/>
                        </a:spcAft>
                        <a:buNone/>
                      </a:pPr>
                      <a:r>
                        <a:rPr lang="en" sz="1100"/>
                        <a:t>{{K,E,M,O : 1}, {K,E,O : 1}, {K,M : 1}}</a:t>
                      </a:r>
                      <a:endParaRPr sz="1100"/>
                    </a:p>
                  </a:txBody>
                  <a:tcPr marT="91425" marB="91425" marR="91425" marL="91425"/>
                </a:tc>
                <a:tc>
                  <a:txBody>
                    <a:bodyPr/>
                    <a:lstStyle/>
                    <a:p>
                      <a:pPr indent="0" lvl="0" marL="0" rtl="0" algn="ctr">
                        <a:spcBef>
                          <a:spcPts val="0"/>
                        </a:spcBef>
                        <a:spcAft>
                          <a:spcPts val="0"/>
                        </a:spcAft>
                        <a:buNone/>
                      </a:pPr>
                      <a:r>
                        <a:rPr lang="en" sz="1100"/>
                        <a:t>{K:3}</a:t>
                      </a:r>
                      <a:endParaRPr sz="1100"/>
                    </a:p>
                  </a:txBody>
                  <a:tcPr marT="91425" marB="91425" marR="91425" marL="91425"/>
                </a:tc>
              </a:tr>
              <a:tr h="344550">
                <a:tc>
                  <a:txBody>
                    <a:bodyPr/>
                    <a:lstStyle/>
                    <a:p>
                      <a:pPr indent="0" lvl="0" marL="0" rtl="0" algn="ctr">
                        <a:spcBef>
                          <a:spcPts val="0"/>
                        </a:spcBef>
                        <a:spcAft>
                          <a:spcPts val="0"/>
                        </a:spcAft>
                        <a:buNone/>
                      </a:pPr>
                      <a:r>
                        <a:rPr lang="en" sz="1100"/>
                        <a:t>O</a:t>
                      </a:r>
                      <a:endParaRPr sz="1100"/>
                    </a:p>
                  </a:txBody>
                  <a:tcPr marT="91425" marB="91425" marR="91425" marL="91425"/>
                </a:tc>
                <a:tc>
                  <a:txBody>
                    <a:bodyPr/>
                    <a:lstStyle/>
                    <a:p>
                      <a:pPr indent="0" lvl="0" marL="0" rtl="0" algn="ctr">
                        <a:spcBef>
                          <a:spcPts val="0"/>
                        </a:spcBef>
                        <a:spcAft>
                          <a:spcPts val="0"/>
                        </a:spcAft>
                        <a:buNone/>
                      </a:pPr>
                      <a:r>
                        <a:rPr lang="en" sz="1100"/>
                        <a:t>{{K,E,M : 1}, {K,E : 2}}</a:t>
                      </a:r>
                      <a:endParaRPr sz="1100"/>
                    </a:p>
                  </a:txBody>
                  <a:tcPr marT="91425" marB="91425" marR="91425" marL="91425"/>
                </a:tc>
                <a:tc>
                  <a:txBody>
                    <a:bodyPr/>
                    <a:lstStyle/>
                    <a:p>
                      <a:pPr indent="0" lvl="0" marL="0" rtl="0" algn="ctr">
                        <a:spcBef>
                          <a:spcPts val="0"/>
                        </a:spcBef>
                        <a:spcAft>
                          <a:spcPts val="0"/>
                        </a:spcAft>
                        <a:buNone/>
                      </a:pPr>
                      <a:r>
                        <a:rPr lang="en" sz="1100">
                          <a:solidFill>
                            <a:schemeClr val="dk2"/>
                          </a:solidFill>
                        </a:rPr>
                        <a:t>{K, E:3}</a:t>
                      </a:r>
                      <a:endParaRPr sz="1100"/>
                    </a:p>
                  </a:txBody>
                  <a:tcPr marT="91425" marB="91425" marR="91425" marL="91425"/>
                </a:tc>
              </a:tr>
              <a:tr h="344550">
                <a:tc>
                  <a:txBody>
                    <a:bodyPr/>
                    <a:lstStyle/>
                    <a:p>
                      <a:pPr indent="0" lvl="0" marL="0" rtl="0" algn="ctr">
                        <a:spcBef>
                          <a:spcPts val="0"/>
                        </a:spcBef>
                        <a:spcAft>
                          <a:spcPts val="0"/>
                        </a:spcAft>
                        <a:buNone/>
                      </a:pPr>
                      <a:r>
                        <a:rPr lang="en" sz="1100"/>
                        <a:t>M</a:t>
                      </a:r>
                      <a:endParaRPr sz="1100"/>
                    </a:p>
                  </a:txBody>
                  <a:tcPr marT="91425" marB="91425" marR="91425" marL="91425"/>
                </a:tc>
                <a:tc>
                  <a:txBody>
                    <a:bodyPr/>
                    <a:lstStyle/>
                    <a:p>
                      <a:pPr indent="0" lvl="0" marL="0" rtl="0" algn="ctr">
                        <a:spcBef>
                          <a:spcPts val="0"/>
                        </a:spcBef>
                        <a:spcAft>
                          <a:spcPts val="0"/>
                        </a:spcAft>
                        <a:buNone/>
                      </a:pPr>
                      <a:r>
                        <a:rPr lang="en" sz="1100"/>
                        <a:t>{{K,E : 2}, (K: 1))</a:t>
                      </a:r>
                      <a:endParaRPr sz="1100"/>
                    </a:p>
                  </a:txBody>
                  <a:tcPr marT="91425" marB="91425" marR="91425" marL="91425"/>
                </a:tc>
                <a:tc>
                  <a:txBody>
                    <a:bodyPr/>
                    <a:lstStyle/>
                    <a:p>
                      <a:pPr indent="0" lvl="0" marL="0" rtl="0" algn="ctr">
                        <a:spcBef>
                          <a:spcPts val="0"/>
                        </a:spcBef>
                        <a:spcAft>
                          <a:spcPts val="0"/>
                        </a:spcAft>
                        <a:buNone/>
                      </a:pPr>
                      <a:r>
                        <a:rPr lang="en" sz="1100">
                          <a:solidFill>
                            <a:schemeClr val="dk2"/>
                          </a:solidFill>
                        </a:rPr>
                        <a:t>{K:3}</a:t>
                      </a:r>
                      <a:endParaRPr sz="1100"/>
                    </a:p>
                  </a:txBody>
                  <a:tcPr marT="91425" marB="91425" marR="91425" marL="91425"/>
                </a:tc>
              </a:tr>
              <a:tr h="344550">
                <a:tc>
                  <a:txBody>
                    <a:bodyPr/>
                    <a:lstStyle/>
                    <a:p>
                      <a:pPr indent="0" lvl="0" marL="0" rtl="0" algn="ctr">
                        <a:spcBef>
                          <a:spcPts val="0"/>
                        </a:spcBef>
                        <a:spcAft>
                          <a:spcPts val="0"/>
                        </a:spcAft>
                        <a:buNone/>
                      </a:pPr>
                      <a:r>
                        <a:rPr lang="en" sz="1100"/>
                        <a:t>E</a:t>
                      </a:r>
                      <a:endParaRPr sz="1100"/>
                    </a:p>
                  </a:txBody>
                  <a:tcPr marT="91425" marB="91425" marR="91425" marL="91425"/>
                </a:tc>
                <a:tc>
                  <a:txBody>
                    <a:bodyPr/>
                    <a:lstStyle/>
                    <a:p>
                      <a:pPr indent="0" lvl="0" marL="0" rtl="0" algn="ctr">
                        <a:spcBef>
                          <a:spcPts val="0"/>
                        </a:spcBef>
                        <a:spcAft>
                          <a:spcPts val="0"/>
                        </a:spcAft>
                        <a:buNone/>
                      </a:pPr>
                      <a:r>
                        <a:rPr lang="en" sz="1100"/>
                        <a:t>{K:4}</a:t>
                      </a:r>
                      <a:endParaRPr sz="1100"/>
                    </a:p>
                  </a:txBody>
                  <a:tcPr marT="91425" marB="91425" marR="91425" marL="91425"/>
                </a:tc>
                <a:tc>
                  <a:txBody>
                    <a:bodyPr/>
                    <a:lstStyle/>
                    <a:p>
                      <a:pPr indent="0" lvl="0" marL="0" rtl="0" algn="ctr">
                        <a:spcBef>
                          <a:spcPts val="0"/>
                        </a:spcBef>
                        <a:spcAft>
                          <a:spcPts val="0"/>
                        </a:spcAft>
                        <a:buNone/>
                      </a:pPr>
                      <a:r>
                        <a:rPr lang="en" sz="1100">
                          <a:solidFill>
                            <a:schemeClr val="dk2"/>
                          </a:solidFill>
                        </a:rPr>
                        <a:t>{K:4}</a:t>
                      </a:r>
                      <a:endParaRPr sz="1100"/>
                    </a:p>
                  </a:txBody>
                  <a:tcPr marT="91425" marB="91425" marR="91425" marL="91425"/>
                </a:tc>
              </a:tr>
              <a:tr h="344550">
                <a:tc>
                  <a:txBody>
                    <a:bodyPr/>
                    <a:lstStyle/>
                    <a:p>
                      <a:pPr indent="0" lvl="0" marL="0" rtl="0" algn="ctr">
                        <a:spcBef>
                          <a:spcPts val="0"/>
                        </a:spcBef>
                        <a:spcAft>
                          <a:spcPts val="0"/>
                        </a:spcAft>
                        <a:buNone/>
                      </a:pPr>
                      <a:r>
                        <a:rPr lang="en" sz="1100"/>
                        <a:t>K</a:t>
                      </a:r>
                      <a:endParaRPr sz="1100"/>
                    </a:p>
                  </a:txBody>
                  <a:tcPr marT="91425" marB="91425" marR="91425" marL="91425"/>
                </a:tc>
                <a:tc>
                  <a:txBody>
                    <a:bodyPr/>
                    <a:lstStyle/>
                    <a:p>
                      <a:pPr indent="0" lvl="0" marL="0" rtl="0" algn="ctr">
                        <a:spcBef>
                          <a:spcPts val="0"/>
                        </a:spcBef>
                        <a:spcAft>
                          <a:spcPts val="0"/>
                        </a:spcAft>
                        <a:buNone/>
                      </a:pPr>
                      <a:r>
                        <a:t/>
                      </a:r>
                      <a:endParaRPr sz="1100"/>
                    </a:p>
                  </a:txBody>
                  <a:tcPr marT="91425" marB="91425" marR="91425" marL="91425"/>
                </a:tc>
                <a:tc>
                  <a:txBody>
                    <a:bodyPr/>
                    <a:lstStyle/>
                    <a:p>
                      <a:pPr indent="0" lvl="0" marL="0" rtl="0" algn="ctr">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66"/>
          <p:cNvSpPr txBox="1"/>
          <p:nvPr>
            <p:ph idx="3" type="body"/>
          </p:nvPr>
        </p:nvSpPr>
        <p:spPr>
          <a:xfrm>
            <a:off x="71825" y="522200"/>
            <a:ext cx="8917500" cy="8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From the Conditional Frequent Pattern tree, the Frequent Pattern rules are generated by pairing the items of the Conditional Frequent Pattern Tree set to the corresponding to the item as given in the below table.</a:t>
            </a:r>
            <a:endParaRPr sz="1600"/>
          </a:p>
          <a:p>
            <a:pPr indent="0" lvl="0" marL="0" rtl="0" algn="l">
              <a:spcBef>
                <a:spcPts val="0"/>
              </a:spcBef>
              <a:spcAft>
                <a:spcPts val="0"/>
              </a:spcAft>
              <a:buNone/>
            </a:pPr>
            <a:r>
              <a:t/>
            </a:r>
            <a:endParaRPr sz="1600"/>
          </a:p>
          <a:p>
            <a:pPr indent="0" lvl="0" marL="0" rtl="0" algn="l">
              <a:lnSpc>
                <a:spcPct val="100000"/>
              </a:lnSpc>
              <a:spcBef>
                <a:spcPts val="0"/>
              </a:spcBef>
              <a:spcAft>
                <a:spcPts val="0"/>
              </a:spcAft>
              <a:buNone/>
            </a:pPr>
            <a:r>
              <a:t/>
            </a:r>
            <a:endParaRPr sz="1600"/>
          </a:p>
          <a:p>
            <a:pPr indent="0" lvl="0" marL="0" rtl="0" algn="l">
              <a:spcBef>
                <a:spcPts val="0"/>
              </a:spcBef>
              <a:spcAft>
                <a:spcPts val="0"/>
              </a:spcAft>
              <a:buNone/>
            </a:pPr>
            <a:r>
              <a:t/>
            </a:r>
            <a:endParaRPr/>
          </a:p>
        </p:txBody>
      </p:sp>
      <p:graphicFrame>
        <p:nvGraphicFramePr>
          <p:cNvPr id="696" name="Google Shape;696;p66"/>
          <p:cNvGraphicFramePr/>
          <p:nvPr/>
        </p:nvGraphicFramePr>
        <p:xfrm>
          <a:off x="1955300" y="1533650"/>
          <a:ext cx="3000000" cy="3000000"/>
        </p:xfrm>
        <a:graphic>
          <a:graphicData uri="http://schemas.openxmlformats.org/drawingml/2006/table">
            <a:tbl>
              <a:tblPr>
                <a:noFill/>
                <a:tableStyleId>{4A4E9209-CCCE-4438-9D92-AD5AAE7C1939}</a:tableStyleId>
              </a:tblPr>
              <a:tblGrid>
                <a:gridCol w="882200"/>
                <a:gridCol w="3845800"/>
              </a:tblGrid>
              <a:tr h="408950">
                <a:tc>
                  <a:txBody>
                    <a:bodyPr/>
                    <a:lstStyle/>
                    <a:p>
                      <a:pPr indent="0" lvl="0" marL="0" rtl="0" algn="ctr">
                        <a:spcBef>
                          <a:spcPts val="0"/>
                        </a:spcBef>
                        <a:spcAft>
                          <a:spcPts val="0"/>
                        </a:spcAft>
                        <a:buNone/>
                      </a:pPr>
                      <a:r>
                        <a:rPr b="1" lang="en" sz="1100"/>
                        <a:t>Items</a:t>
                      </a:r>
                      <a:endParaRPr b="1" sz="1100"/>
                    </a:p>
                  </a:txBody>
                  <a:tcPr marT="91425" marB="91425" marR="91425" marL="91425"/>
                </a:tc>
                <a:tc>
                  <a:txBody>
                    <a:bodyPr/>
                    <a:lstStyle/>
                    <a:p>
                      <a:pPr indent="0" lvl="0" marL="0" rtl="0" algn="ctr">
                        <a:spcBef>
                          <a:spcPts val="0"/>
                        </a:spcBef>
                        <a:spcAft>
                          <a:spcPts val="0"/>
                        </a:spcAft>
                        <a:buNone/>
                      </a:pPr>
                      <a:r>
                        <a:rPr b="1" lang="en" sz="1100">
                          <a:solidFill>
                            <a:schemeClr val="dk2"/>
                          </a:solidFill>
                        </a:rPr>
                        <a:t>Conditional Frequent Pattern Tree</a:t>
                      </a:r>
                      <a:endParaRPr b="1" sz="1100"/>
                    </a:p>
                  </a:txBody>
                  <a:tcPr marT="91425" marB="91425" marR="91425" marL="91425"/>
                </a:tc>
              </a:tr>
              <a:tr h="364925">
                <a:tc>
                  <a:txBody>
                    <a:bodyPr/>
                    <a:lstStyle/>
                    <a:p>
                      <a:pPr indent="0" lvl="0" marL="0" rtl="0" algn="ctr">
                        <a:spcBef>
                          <a:spcPts val="0"/>
                        </a:spcBef>
                        <a:spcAft>
                          <a:spcPts val="0"/>
                        </a:spcAft>
                        <a:buNone/>
                      </a:pPr>
                      <a:r>
                        <a:rPr lang="en" sz="1100"/>
                        <a:t>Y</a:t>
                      </a:r>
                      <a:endParaRPr sz="1100"/>
                    </a:p>
                  </a:txBody>
                  <a:tcPr marT="91425" marB="91425" marR="91425" marL="91425"/>
                </a:tc>
                <a:tc>
                  <a:txBody>
                    <a:bodyPr/>
                    <a:lstStyle/>
                    <a:p>
                      <a:pPr indent="0" lvl="0" marL="0" rtl="0" algn="ctr">
                        <a:spcBef>
                          <a:spcPts val="0"/>
                        </a:spcBef>
                        <a:spcAft>
                          <a:spcPts val="0"/>
                        </a:spcAft>
                        <a:buNone/>
                      </a:pPr>
                      <a:r>
                        <a:rPr lang="en" sz="1100"/>
                        <a:t>{K, Y : 3}</a:t>
                      </a:r>
                      <a:endParaRPr sz="1100"/>
                    </a:p>
                  </a:txBody>
                  <a:tcPr marT="91425" marB="91425" marR="91425" marL="91425"/>
                </a:tc>
              </a:tr>
              <a:tr h="344550">
                <a:tc>
                  <a:txBody>
                    <a:bodyPr/>
                    <a:lstStyle/>
                    <a:p>
                      <a:pPr indent="0" lvl="0" marL="0" rtl="0" algn="ctr">
                        <a:spcBef>
                          <a:spcPts val="0"/>
                        </a:spcBef>
                        <a:spcAft>
                          <a:spcPts val="0"/>
                        </a:spcAft>
                        <a:buNone/>
                      </a:pPr>
                      <a:r>
                        <a:rPr lang="en" sz="1100"/>
                        <a:t>O</a:t>
                      </a:r>
                      <a:endParaRPr sz="1100"/>
                    </a:p>
                  </a:txBody>
                  <a:tcPr marT="91425" marB="91425" marR="91425" marL="91425"/>
                </a:tc>
                <a:tc>
                  <a:txBody>
                    <a:bodyPr/>
                    <a:lstStyle/>
                    <a:p>
                      <a:pPr indent="0" lvl="0" marL="0" rtl="0" algn="ctr">
                        <a:spcBef>
                          <a:spcPts val="0"/>
                        </a:spcBef>
                        <a:spcAft>
                          <a:spcPts val="0"/>
                        </a:spcAft>
                        <a:buNone/>
                      </a:pPr>
                      <a:r>
                        <a:rPr lang="en" sz="1100">
                          <a:solidFill>
                            <a:schemeClr val="dk2"/>
                          </a:solidFill>
                        </a:rPr>
                        <a:t>{&lt;K, O : 3&gt;, </a:t>
                      </a:r>
                      <a:r>
                        <a:rPr lang="en" sz="1100">
                          <a:solidFill>
                            <a:schemeClr val="dk2"/>
                          </a:solidFill>
                        </a:rPr>
                        <a:t>&lt;E, O : 3&gt;, &lt;E, K, O : 3&gt;</a:t>
                      </a:r>
                      <a:r>
                        <a:rPr lang="en" sz="1100">
                          <a:solidFill>
                            <a:schemeClr val="dk2"/>
                          </a:solidFill>
                        </a:rPr>
                        <a:t>}</a:t>
                      </a:r>
                      <a:endParaRPr sz="1100"/>
                    </a:p>
                  </a:txBody>
                  <a:tcPr marT="91425" marB="91425" marR="91425" marL="91425"/>
                </a:tc>
              </a:tr>
              <a:tr h="344550">
                <a:tc>
                  <a:txBody>
                    <a:bodyPr/>
                    <a:lstStyle/>
                    <a:p>
                      <a:pPr indent="0" lvl="0" marL="0" rtl="0" algn="ctr">
                        <a:spcBef>
                          <a:spcPts val="0"/>
                        </a:spcBef>
                        <a:spcAft>
                          <a:spcPts val="0"/>
                        </a:spcAft>
                        <a:buNone/>
                      </a:pPr>
                      <a:r>
                        <a:rPr lang="en" sz="1100"/>
                        <a:t>M</a:t>
                      </a:r>
                      <a:endParaRPr sz="1100"/>
                    </a:p>
                  </a:txBody>
                  <a:tcPr marT="91425" marB="91425" marR="91425" marL="91425"/>
                </a:tc>
                <a:tc>
                  <a:txBody>
                    <a:bodyPr/>
                    <a:lstStyle/>
                    <a:p>
                      <a:pPr indent="0" lvl="0" marL="0" rtl="0" algn="ctr">
                        <a:spcBef>
                          <a:spcPts val="0"/>
                        </a:spcBef>
                        <a:spcAft>
                          <a:spcPts val="0"/>
                        </a:spcAft>
                        <a:buNone/>
                      </a:pPr>
                      <a:r>
                        <a:rPr lang="en" sz="1100">
                          <a:solidFill>
                            <a:schemeClr val="dk2"/>
                          </a:solidFill>
                        </a:rPr>
                        <a:t>{</a:t>
                      </a:r>
                      <a:r>
                        <a:rPr lang="en" sz="1100">
                          <a:solidFill>
                            <a:schemeClr val="dk2"/>
                          </a:solidFill>
                        </a:rPr>
                        <a:t>&lt;K, M : 3&gt;}</a:t>
                      </a:r>
                      <a:endParaRPr sz="1100"/>
                    </a:p>
                  </a:txBody>
                  <a:tcPr marT="91425" marB="91425" marR="91425" marL="91425"/>
                </a:tc>
              </a:tr>
              <a:tr h="344550">
                <a:tc>
                  <a:txBody>
                    <a:bodyPr/>
                    <a:lstStyle/>
                    <a:p>
                      <a:pPr indent="0" lvl="0" marL="0" rtl="0" algn="ctr">
                        <a:spcBef>
                          <a:spcPts val="0"/>
                        </a:spcBef>
                        <a:spcAft>
                          <a:spcPts val="0"/>
                        </a:spcAft>
                        <a:buNone/>
                      </a:pPr>
                      <a:r>
                        <a:rPr lang="en" sz="1100"/>
                        <a:t>E</a:t>
                      </a:r>
                      <a:endParaRPr sz="1100"/>
                    </a:p>
                  </a:txBody>
                  <a:tcPr marT="91425" marB="91425" marR="91425" marL="91425"/>
                </a:tc>
                <a:tc>
                  <a:txBody>
                    <a:bodyPr/>
                    <a:lstStyle/>
                    <a:p>
                      <a:pPr indent="0" lvl="0" marL="0" rtl="0" algn="ctr">
                        <a:spcBef>
                          <a:spcPts val="0"/>
                        </a:spcBef>
                        <a:spcAft>
                          <a:spcPts val="0"/>
                        </a:spcAft>
                        <a:buNone/>
                      </a:pPr>
                      <a:r>
                        <a:rPr lang="en" sz="1100">
                          <a:solidFill>
                            <a:schemeClr val="dk2"/>
                          </a:solidFill>
                        </a:rPr>
                        <a:t>{</a:t>
                      </a:r>
                      <a:r>
                        <a:rPr lang="en" sz="1100">
                          <a:solidFill>
                            <a:schemeClr val="dk2"/>
                          </a:solidFill>
                        </a:rPr>
                        <a:t>&lt;E, K : 3&gt;}</a:t>
                      </a:r>
                      <a:endParaRPr sz="1100"/>
                    </a:p>
                  </a:txBody>
                  <a:tcPr marT="91425" marB="91425" marR="91425" marL="91425"/>
                </a:tc>
              </a:tr>
              <a:tr h="344550">
                <a:tc>
                  <a:txBody>
                    <a:bodyPr/>
                    <a:lstStyle/>
                    <a:p>
                      <a:pPr indent="0" lvl="0" marL="0" rtl="0" algn="ctr">
                        <a:spcBef>
                          <a:spcPts val="0"/>
                        </a:spcBef>
                        <a:spcAft>
                          <a:spcPts val="0"/>
                        </a:spcAft>
                        <a:buNone/>
                      </a:pPr>
                      <a:r>
                        <a:rPr lang="en" sz="1100"/>
                        <a:t>K</a:t>
                      </a:r>
                      <a:endParaRPr sz="1100"/>
                    </a:p>
                  </a:txBody>
                  <a:tcPr marT="91425" marB="91425" marR="91425" marL="91425"/>
                </a:tc>
                <a:tc>
                  <a:txBody>
                    <a:bodyPr/>
                    <a:lstStyle/>
                    <a:p>
                      <a:pPr indent="0" lvl="0" marL="0" rtl="0" algn="ctr">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67"/>
          <p:cNvSpPr txBox="1"/>
          <p:nvPr>
            <p:ph type="ctrTitle"/>
          </p:nvPr>
        </p:nvSpPr>
        <p:spPr>
          <a:xfrm>
            <a:off x="1375800" y="1703150"/>
            <a:ext cx="5485800" cy="173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ow and Tell/Report #1">
  <a:themeElements>
    <a:clrScheme name="Simple Light">
      <a:dk1>
        <a:srgbClr val="AB8645"/>
      </a:dk1>
      <a:lt1>
        <a:srgbClr val="014840"/>
      </a:lt1>
      <a:dk2>
        <a:srgbClr val="000000"/>
      </a:dk2>
      <a:lt2>
        <a:srgbClr val="FAF5F0"/>
      </a:lt2>
      <a:accent1>
        <a:srgbClr val="133E37"/>
      </a:accent1>
      <a:accent2>
        <a:srgbClr val="D8B771"/>
      </a:accent2>
      <a:accent3>
        <a:srgbClr val="FFFFFF"/>
      </a:accent3>
      <a:accent4>
        <a:srgbClr val="8DA1B9"/>
      </a:accent4>
      <a:accent5>
        <a:srgbClr val="BC4749"/>
      </a:accent5>
      <a:accent6>
        <a:srgbClr val="3C1518"/>
      </a:accent6>
      <a:hlink>
        <a:srgbClr val="01484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